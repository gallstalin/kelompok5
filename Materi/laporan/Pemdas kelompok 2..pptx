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313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299" r:id="rId16"/>
  </p:sldIdLst>
  <p:sldSz cx="9144000" cy="5143500" type="screen16x9"/>
  <p:notesSz cx="6858000" cy="9144000"/>
  <p:embeddedFontLst>
    <p:embeddedFont>
      <p:font typeface="Advent Pro Medium" panose="020B0604020202020204" charset="0"/>
      <p:regular r:id="rId18"/>
      <p:bold r:id="rId19"/>
      <p:italic r:id="rId20"/>
      <p:boldItalic r:id="rId21"/>
    </p:embeddedFon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Lato Black" panose="020F0502020204030203" pitchFamily="34" charset="0"/>
      <p:bold r:id="rId26"/>
      <p:boldItalic r:id="rId27"/>
    </p:embeddedFont>
    <p:embeddedFont>
      <p:font typeface="Orbitron ExtraBold" panose="020B0604020202020204" charset="0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A4F130-6F12-4FBC-98CF-B0E3053E0FFD}" v="832" dt="2025-05-28T01:12:55.640"/>
    <p1510:client id="{E9F2E7E8-EF70-4E24-820E-2030746E690F}" v="89" dt="2025-05-27T14:12:30.587"/>
  </p1510:revLst>
</p1510:revInfo>
</file>

<file path=ppt/tableStyles.xml><?xml version="1.0" encoding="utf-8"?>
<a:tblStyleLst xmlns:a="http://schemas.openxmlformats.org/drawingml/2006/main" def="{C544B938-61D6-4C9D-9E13-55290DACEC9D}">
  <a:tblStyle styleId="{C544B938-61D6-4C9D-9E13-55290DACEC9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8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dz punk" userId="10ee4ecd85019bba" providerId="LiveId" clId="{52A4F130-6F12-4FBC-98CF-B0E3053E0FFD}"/>
    <pc:docChg chg="undo custSel addSld delSld modSld">
      <pc:chgData name="padz punk" userId="10ee4ecd85019bba" providerId="LiveId" clId="{52A4F130-6F12-4FBC-98CF-B0E3053E0FFD}" dt="2025-05-28T01:45:48.032" v="2482" actId="20577"/>
      <pc:docMkLst>
        <pc:docMk/>
      </pc:docMkLst>
      <pc:sldChg chg="modSp mod">
        <pc:chgData name="padz punk" userId="10ee4ecd85019bba" providerId="LiveId" clId="{52A4F130-6F12-4FBC-98CF-B0E3053E0FFD}" dt="2025-05-28T01:35:47.882" v="2092" actId="2711"/>
        <pc:sldMkLst>
          <pc:docMk/>
          <pc:sldMk cId="0" sldId="256"/>
        </pc:sldMkLst>
        <pc:spChg chg="mod">
          <ac:chgData name="padz punk" userId="10ee4ecd85019bba" providerId="LiveId" clId="{52A4F130-6F12-4FBC-98CF-B0E3053E0FFD}" dt="2025-05-28T01:35:47.882" v="2092" actId="2711"/>
          <ac:spMkLst>
            <pc:docMk/>
            <pc:sldMk cId="0" sldId="256"/>
            <ac:spMk id="5493" creationId="{00000000-0000-0000-0000-000000000000}"/>
          </ac:spMkLst>
        </pc:spChg>
        <pc:spChg chg="mod">
          <ac:chgData name="padz punk" userId="10ee4ecd85019bba" providerId="LiveId" clId="{52A4F130-6F12-4FBC-98CF-B0E3053E0FFD}" dt="2025-05-28T01:35:37.770" v="2091" actId="2711"/>
          <ac:spMkLst>
            <pc:docMk/>
            <pc:sldMk cId="0" sldId="256"/>
            <ac:spMk id="5494" creationId="{00000000-0000-0000-0000-000000000000}"/>
          </ac:spMkLst>
        </pc:spChg>
      </pc:sldChg>
      <pc:sldChg chg="modSp mod">
        <pc:chgData name="padz punk" userId="10ee4ecd85019bba" providerId="LiveId" clId="{52A4F130-6F12-4FBC-98CF-B0E3053E0FFD}" dt="2025-05-28T01:37:25.925" v="2102" actId="113"/>
        <pc:sldMkLst>
          <pc:docMk/>
          <pc:sldMk cId="0" sldId="257"/>
        </pc:sldMkLst>
        <pc:spChg chg="mod">
          <ac:chgData name="padz punk" userId="10ee4ecd85019bba" providerId="LiveId" clId="{52A4F130-6F12-4FBC-98CF-B0E3053E0FFD}" dt="2025-05-28T01:36:14.624" v="2094" actId="2711"/>
          <ac:spMkLst>
            <pc:docMk/>
            <pc:sldMk cId="0" sldId="257"/>
            <ac:spMk id="5583" creationId="{00000000-0000-0000-0000-000000000000}"/>
          </ac:spMkLst>
        </pc:spChg>
        <pc:spChg chg="mod">
          <ac:chgData name="padz punk" userId="10ee4ecd85019bba" providerId="LiveId" clId="{52A4F130-6F12-4FBC-98CF-B0E3053E0FFD}" dt="2025-05-28T01:37:25.925" v="2102" actId="113"/>
          <ac:spMkLst>
            <pc:docMk/>
            <pc:sldMk cId="0" sldId="257"/>
            <ac:spMk id="5584" creationId="{00000000-0000-0000-0000-000000000000}"/>
          </ac:spMkLst>
        </pc:spChg>
      </pc:sldChg>
      <pc:sldChg chg="modSp mod modAnim">
        <pc:chgData name="padz punk" userId="10ee4ecd85019bba" providerId="LiveId" clId="{52A4F130-6F12-4FBC-98CF-B0E3053E0FFD}" dt="2025-05-28T01:37:17.538" v="2101" actId="113"/>
        <pc:sldMkLst>
          <pc:docMk/>
          <pc:sldMk cId="0" sldId="258"/>
        </pc:sldMkLst>
        <pc:spChg chg="mod">
          <ac:chgData name="padz punk" userId="10ee4ecd85019bba" providerId="LiveId" clId="{52A4F130-6F12-4FBC-98CF-B0E3053E0FFD}" dt="2025-05-28T01:37:01.685" v="2098" actId="255"/>
          <ac:spMkLst>
            <pc:docMk/>
            <pc:sldMk cId="0" sldId="258"/>
            <ac:spMk id="20" creationId="{11450504-B52F-E259-A5CD-D2988D414799}"/>
          </ac:spMkLst>
        </pc:spChg>
        <pc:spChg chg="mod">
          <ac:chgData name="padz punk" userId="10ee4ecd85019bba" providerId="LiveId" clId="{52A4F130-6F12-4FBC-98CF-B0E3053E0FFD}" dt="2025-05-28T01:37:07.957" v="2099" actId="255"/>
          <ac:spMkLst>
            <pc:docMk/>
            <pc:sldMk cId="0" sldId="258"/>
            <ac:spMk id="21" creationId="{AA4A9E1B-6AED-1D48-BBB2-AEE45C25CE9C}"/>
          </ac:spMkLst>
        </pc:spChg>
        <pc:spChg chg="mod">
          <ac:chgData name="padz punk" userId="10ee4ecd85019bba" providerId="LiveId" clId="{52A4F130-6F12-4FBC-98CF-B0E3053E0FFD}" dt="2025-05-28T01:37:17.538" v="2101" actId="113"/>
          <ac:spMkLst>
            <pc:docMk/>
            <pc:sldMk cId="0" sldId="258"/>
            <ac:spMk id="5600" creationId="{00000000-0000-0000-0000-000000000000}"/>
          </ac:spMkLst>
        </pc:spChg>
        <pc:spChg chg="mod">
          <ac:chgData name="padz punk" userId="10ee4ecd85019bba" providerId="LiveId" clId="{52A4F130-6F12-4FBC-98CF-B0E3053E0FFD}" dt="2025-05-28T01:36:43.810" v="2096" actId="2711"/>
          <ac:spMkLst>
            <pc:docMk/>
            <pc:sldMk cId="0" sldId="258"/>
            <ac:spMk id="5612" creationId="{00000000-0000-0000-0000-000000000000}"/>
          </ac:spMkLst>
        </pc:spChg>
      </pc:sldChg>
      <pc:sldChg chg="modSp mod modAnim">
        <pc:chgData name="padz punk" userId="10ee4ecd85019bba" providerId="LiveId" clId="{52A4F130-6F12-4FBC-98CF-B0E3053E0FFD}" dt="2025-05-28T01:37:44.877" v="2105" actId="113"/>
        <pc:sldMkLst>
          <pc:docMk/>
          <pc:sldMk cId="0" sldId="259"/>
        </pc:sldMkLst>
        <pc:spChg chg="mod">
          <ac:chgData name="padz punk" userId="10ee4ecd85019bba" providerId="LiveId" clId="{52A4F130-6F12-4FBC-98CF-B0E3053E0FFD}" dt="2025-05-28T01:37:44.877" v="2105" actId="113"/>
          <ac:spMkLst>
            <pc:docMk/>
            <pc:sldMk cId="0" sldId="259"/>
            <ac:spMk id="5626" creationId="{00000000-0000-0000-0000-000000000000}"/>
          </ac:spMkLst>
        </pc:spChg>
        <pc:spChg chg="mod">
          <ac:chgData name="padz punk" userId="10ee4ecd85019bba" providerId="LiveId" clId="{52A4F130-6F12-4FBC-98CF-B0E3053E0FFD}" dt="2025-05-28T01:37:37.452" v="2103" actId="2711"/>
          <ac:spMkLst>
            <pc:docMk/>
            <pc:sldMk cId="0" sldId="259"/>
            <ac:spMk id="5627" creationId="{00000000-0000-0000-0000-000000000000}"/>
          </ac:spMkLst>
        </pc:spChg>
      </pc:sldChg>
      <pc:sldChg chg="del">
        <pc:chgData name="padz punk" userId="10ee4ecd85019bba" providerId="LiveId" clId="{52A4F130-6F12-4FBC-98CF-B0E3053E0FFD}" dt="2025-05-28T01:06:41.971" v="4" actId="47"/>
        <pc:sldMkLst>
          <pc:docMk/>
          <pc:sldMk cId="0" sldId="260"/>
        </pc:sldMkLst>
      </pc:sldChg>
      <pc:sldChg chg="del">
        <pc:chgData name="padz punk" userId="10ee4ecd85019bba" providerId="LiveId" clId="{52A4F130-6F12-4FBC-98CF-B0E3053E0FFD}" dt="2025-05-28T01:06:46.337" v="5" actId="47"/>
        <pc:sldMkLst>
          <pc:docMk/>
          <pc:sldMk cId="0" sldId="261"/>
        </pc:sldMkLst>
      </pc:sldChg>
      <pc:sldChg chg="del modAnim">
        <pc:chgData name="padz punk" userId="10ee4ecd85019bba" providerId="LiveId" clId="{52A4F130-6F12-4FBC-98CF-B0E3053E0FFD}" dt="2025-05-28T01:06:49.072" v="6" actId="47"/>
        <pc:sldMkLst>
          <pc:docMk/>
          <pc:sldMk cId="0" sldId="270"/>
        </pc:sldMkLst>
      </pc:sldChg>
      <pc:sldChg chg="del">
        <pc:chgData name="padz punk" userId="10ee4ecd85019bba" providerId="LiveId" clId="{52A4F130-6F12-4FBC-98CF-B0E3053E0FFD}" dt="2025-05-28T01:06:54.344" v="7" actId="47"/>
        <pc:sldMkLst>
          <pc:docMk/>
          <pc:sldMk cId="4080371544" sldId="298"/>
        </pc:sldMkLst>
      </pc:sldChg>
      <pc:sldChg chg="modSp mod modAnim">
        <pc:chgData name="padz punk" userId="10ee4ecd85019bba" providerId="LiveId" clId="{52A4F130-6F12-4FBC-98CF-B0E3053E0FFD}" dt="2025-05-28T01:45:48.032" v="2482" actId="20577"/>
        <pc:sldMkLst>
          <pc:docMk/>
          <pc:sldMk cId="3666956705" sldId="299"/>
        </pc:sldMkLst>
        <pc:spChg chg="mod">
          <ac:chgData name="padz punk" userId="10ee4ecd85019bba" providerId="LiveId" clId="{52A4F130-6F12-4FBC-98CF-B0E3053E0FFD}" dt="2025-05-28T01:45:48.032" v="2482" actId="20577"/>
          <ac:spMkLst>
            <pc:docMk/>
            <pc:sldMk cId="3666956705" sldId="299"/>
            <ac:spMk id="2" creationId="{6E07C91C-E658-DA82-8967-001394B6FC7D}"/>
          </ac:spMkLst>
        </pc:spChg>
      </pc:sldChg>
      <pc:sldChg chg="del">
        <pc:chgData name="padz punk" userId="10ee4ecd85019bba" providerId="LiveId" clId="{52A4F130-6F12-4FBC-98CF-B0E3053E0FFD}" dt="2025-05-28T01:07:00.043" v="8" actId="47"/>
        <pc:sldMkLst>
          <pc:docMk/>
          <pc:sldMk cId="511257639" sldId="300"/>
        </pc:sldMkLst>
      </pc:sldChg>
      <pc:sldChg chg="del">
        <pc:chgData name="padz punk" userId="10ee4ecd85019bba" providerId="LiveId" clId="{52A4F130-6F12-4FBC-98CF-B0E3053E0FFD}" dt="2025-05-28T01:07:01.747" v="9" actId="47"/>
        <pc:sldMkLst>
          <pc:docMk/>
          <pc:sldMk cId="3553418066" sldId="301"/>
        </pc:sldMkLst>
      </pc:sldChg>
      <pc:sldChg chg="del">
        <pc:chgData name="padz punk" userId="10ee4ecd85019bba" providerId="LiveId" clId="{52A4F130-6F12-4FBC-98CF-B0E3053E0FFD}" dt="2025-05-28T01:07:02.532" v="10" actId="47"/>
        <pc:sldMkLst>
          <pc:docMk/>
          <pc:sldMk cId="2295306042" sldId="302"/>
        </pc:sldMkLst>
      </pc:sldChg>
      <pc:sldChg chg="modSp mod modAnim">
        <pc:chgData name="padz punk" userId="10ee4ecd85019bba" providerId="LiveId" clId="{52A4F130-6F12-4FBC-98CF-B0E3053E0FFD}" dt="2025-05-28T01:39:00.869" v="2109" actId="2711"/>
        <pc:sldMkLst>
          <pc:docMk/>
          <pc:sldMk cId="1019477357" sldId="303"/>
        </pc:sldMkLst>
        <pc:spChg chg="mod">
          <ac:chgData name="padz punk" userId="10ee4ecd85019bba" providerId="LiveId" clId="{52A4F130-6F12-4FBC-98CF-B0E3053E0FFD}" dt="2025-05-28T01:39:00.869" v="2109" actId="2711"/>
          <ac:spMkLst>
            <pc:docMk/>
            <pc:sldMk cId="1019477357" sldId="303"/>
            <ac:spMk id="6781" creationId="{12DD0875-2DE0-AB87-FCBA-02D66B7F6C14}"/>
          </ac:spMkLst>
        </pc:spChg>
      </pc:sldChg>
      <pc:sldChg chg="modSp mod modAnim">
        <pc:chgData name="padz punk" userId="10ee4ecd85019bba" providerId="LiveId" clId="{52A4F130-6F12-4FBC-98CF-B0E3053E0FFD}" dt="2025-05-28T01:39:25.137" v="2113" actId="113"/>
        <pc:sldMkLst>
          <pc:docMk/>
          <pc:sldMk cId="2784896247" sldId="304"/>
        </pc:sldMkLst>
        <pc:spChg chg="mod">
          <ac:chgData name="padz punk" userId="10ee4ecd85019bba" providerId="LiveId" clId="{52A4F130-6F12-4FBC-98CF-B0E3053E0FFD}" dt="2025-05-28T01:39:25.137" v="2113" actId="113"/>
          <ac:spMkLst>
            <pc:docMk/>
            <pc:sldMk cId="2784896247" sldId="304"/>
            <ac:spMk id="6781" creationId="{9AB30669-A79E-3D36-7110-34B81276E0F5}"/>
          </ac:spMkLst>
        </pc:spChg>
      </pc:sldChg>
      <pc:sldChg chg="modSp mod modAnim">
        <pc:chgData name="padz punk" userId="10ee4ecd85019bba" providerId="LiveId" clId="{52A4F130-6F12-4FBC-98CF-B0E3053E0FFD}" dt="2025-05-28T01:39:35.593" v="2115" actId="113"/>
        <pc:sldMkLst>
          <pc:docMk/>
          <pc:sldMk cId="613845282" sldId="305"/>
        </pc:sldMkLst>
        <pc:spChg chg="mod">
          <ac:chgData name="padz punk" userId="10ee4ecd85019bba" providerId="LiveId" clId="{52A4F130-6F12-4FBC-98CF-B0E3053E0FFD}" dt="2025-05-28T01:39:35.593" v="2115" actId="113"/>
          <ac:spMkLst>
            <pc:docMk/>
            <pc:sldMk cId="613845282" sldId="305"/>
            <ac:spMk id="6781" creationId="{9EF3FCE7-AAB6-0555-8077-88FE97A9AC10}"/>
          </ac:spMkLst>
        </pc:spChg>
      </pc:sldChg>
      <pc:sldChg chg="modSp mod modAnim">
        <pc:chgData name="padz punk" userId="10ee4ecd85019bba" providerId="LiveId" clId="{52A4F130-6F12-4FBC-98CF-B0E3053E0FFD}" dt="2025-05-28T01:39:45.705" v="2117" actId="113"/>
        <pc:sldMkLst>
          <pc:docMk/>
          <pc:sldMk cId="511515664" sldId="306"/>
        </pc:sldMkLst>
        <pc:spChg chg="mod">
          <ac:chgData name="padz punk" userId="10ee4ecd85019bba" providerId="LiveId" clId="{52A4F130-6F12-4FBC-98CF-B0E3053E0FFD}" dt="2025-05-28T01:39:45.705" v="2117" actId="113"/>
          <ac:spMkLst>
            <pc:docMk/>
            <pc:sldMk cId="511515664" sldId="306"/>
            <ac:spMk id="6781" creationId="{623662F1-04E1-EEB7-F2A4-2037E6CBBCD8}"/>
          </ac:spMkLst>
        </pc:spChg>
      </pc:sldChg>
      <pc:sldChg chg="modSp mod modAnim">
        <pc:chgData name="padz punk" userId="10ee4ecd85019bba" providerId="LiveId" clId="{52A4F130-6F12-4FBC-98CF-B0E3053E0FFD}" dt="2025-05-28T01:39:55.606" v="2119" actId="113"/>
        <pc:sldMkLst>
          <pc:docMk/>
          <pc:sldMk cId="2837264401" sldId="307"/>
        </pc:sldMkLst>
        <pc:spChg chg="mod">
          <ac:chgData name="padz punk" userId="10ee4ecd85019bba" providerId="LiveId" clId="{52A4F130-6F12-4FBC-98CF-B0E3053E0FFD}" dt="2025-05-28T01:39:55.606" v="2119" actId="113"/>
          <ac:spMkLst>
            <pc:docMk/>
            <pc:sldMk cId="2837264401" sldId="307"/>
            <ac:spMk id="6781" creationId="{5E51AA86-A12D-7C3C-B2DA-CA0D2E3CBD88}"/>
          </ac:spMkLst>
        </pc:spChg>
      </pc:sldChg>
      <pc:sldChg chg="modSp mod modAnim">
        <pc:chgData name="padz punk" userId="10ee4ecd85019bba" providerId="LiveId" clId="{52A4F130-6F12-4FBC-98CF-B0E3053E0FFD}" dt="2025-05-28T01:40:06.111" v="2121" actId="113"/>
        <pc:sldMkLst>
          <pc:docMk/>
          <pc:sldMk cId="274775054" sldId="308"/>
        </pc:sldMkLst>
        <pc:spChg chg="mod">
          <ac:chgData name="padz punk" userId="10ee4ecd85019bba" providerId="LiveId" clId="{52A4F130-6F12-4FBC-98CF-B0E3053E0FFD}" dt="2025-05-28T01:40:06.111" v="2121" actId="113"/>
          <ac:spMkLst>
            <pc:docMk/>
            <pc:sldMk cId="274775054" sldId="308"/>
            <ac:spMk id="6781" creationId="{95F8CA90-3474-040E-27AC-7CE79CA75D2F}"/>
          </ac:spMkLst>
        </pc:spChg>
      </pc:sldChg>
      <pc:sldChg chg="modSp mod modAnim">
        <pc:chgData name="padz punk" userId="10ee4ecd85019bba" providerId="LiveId" clId="{52A4F130-6F12-4FBC-98CF-B0E3053E0FFD}" dt="2025-05-28T01:40:15.398" v="2123" actId="113"/>
        <pc:sldMkLst>
          <pc:docMk/>
          <pc:sldMk cId="1997392938" sldId="309"/>
        </pc:sldMkLst>
        <pc:spChg chg="mod">
          <ac:chgData name="padz punk" userId="10ee4ecd85019bba" providerId="LiveId" clId="{52A4F130-6F12-4FBC-98CF-B0E3053E0FFD}" dt="2025-05-28T01:40:15.398" v="2123" actId="113"/>
          <ac:spMkLst>
            <pc:docMk/>
            <pc:sldMk cId="1997392938" sldId="309"/>
            <ac:spMk id="6781" creationId="{B9479338-0868-C6FB-A505-D78E95557FBA}"/>
          </ac:spMkLst>
        </pc:spChg>
      </pc:sldChg>
      <pc:sldChg chg="modSp mod modAnim">
        <pc:chgData name="padz punk" userId="10ee4ecd85019bba" providerId="LiveId" clId="{52A4F130-6F12-4FBC-98CF-B0E3053E0FFD}" dt="2025-05-28T01:40:31.415" v="2125" actId="113"/>
        <pc:sldMkLst>
          <pc:docMk/>
          <pc:sldMk cId="726642655" sldId="310"/>
        </pc:sldMkLst>
        <pc:spChg chg="mod">
          <ac:chgData name="padz punk" userId="10ee4ecd85019bba" providerId="LiveId" clId="{52A4F130-6F12-4FBC-98CF-B0E3053E0FFD}" dt="2025-05-28T01:40:31.415" v="2125" actId="113"/>
          <ac:spMkLst>
            <pc:docMk/>
            <pc:sldMk cId="726642655" sldId="310"/>
            <ac:spMk id="6781" creationId="{05EBF45B-BA83-E3A4-B29F-109C8F61DF30}"/>
          </ac:spMkLst>
        </pc:spChg>
      </pc:sldChg>
      <pc:sldChg chg="modSp mod modAnim">
        <pc:chgData name="padz punk" userId="10ee4ecd85019bba" providerId="LiveId" clId="{52A4F130-6F12-4FBC-98CF-B0E3053E0FFD}" dt="2025-05-28T01:40:40.845" v="2127" actId="113"/>
        <pc:sldMkLst>
          <pc:docMk/>
          <pc:sldMk cId="3458772159" sldId="311"/>
        </pc:sldMkLst>
        <pc:spChg chg="mod">
          <ac:chgData name="padz punk" userId="10ee4ecd85019bba" providerId="LiveId" clId="{52A4F130-6F12-4FBC-98CF-B0E3053E0FFD}" dt="2025-05-28T01:40:40.845" v="2127" actId="113"/>
          <ac:spMkLst>
            <pc:docMk/>
            <pc:sldMk cId="3458772159" sldId="311"/>
            <ac:spMk id="6781" creationId="{C92931BF-A824-8BBB-F29B-528CDEB8BAB4}"/>
          </ac:spMkLst>
        </pc:spChg>
      </pc:sldChg>
      <pc:sldChg chg="modSp new del mod">
        <pc:chgData name="padz punk" userId="10ee4ecd85019bba" providerId="LiveId" clId="{52A4F130-6F12-4FBC-98CF-B0E3053E0FFD}" dt="2025-05-28T01:34:59.124" v="2090" actId="47"/>
        <pc:sldMkLst>
          <pc:docMk/>
          <pc:sldMk cId="3076735196" sldId="312"/>
        </pc:sldMkLst>
        <pc:spChg chg="mod">
          <ac:chgData name="padz punk" userId="10ee4ecd85019bba" providerId="LiveId" clId="{52A4F130-6F12-4FBC-98CF-B0E3053E0FFD}" dt="2025-05-28T01:31:57.280" v="2062"/>
          <ac:spMkLst>
            <pc:docMk/>
            <pc:sldMk cId="3076735196" sldId="312"/>
            <ac:spMk id="2" creationId="{38BA193B-7841-DF8D-0560-87856878B62D}"/>
          </ac:spMkLst>
        </pc:spChg>
      </pc:sldChg>
      <pc:sldChg chg="modSp new mod">
        <pc:chgData name="padz punk" userId="10ee4ecd85019bba" providerId="LiveId" clId="{52A4F130-6F12-4FBC-98CF-B0E3053E0FFD}" dt="2025-05-28T01:38:52.915" v="2108" actId="113"/>
        <pc:sldMkLst>
          <pc:docMk/>
          <pc:sldMk cId="907225925" sldId="313"/>
        </pc:sldMkLst>
        <pc:spChg chg="mod">
          <ac:chgData name="padz punk" userId="10ee4ecd85019bba" providerId="LiveId" clId="{52A4F130-6F12-4FBC-98CF-B0E3053E0FFD}" dt="2025-05-28T01:38:39.149" v="2106" actId="255"/>
          <ac:spMkLst>
            <pc:docMk/>
            <pc:sldMk cId="907225925" sldId="313"/>
            <ac:spMk id="2" creationId="{E8F88D17-DF64-DFE9-BCD7-BE0144F2CA4E}"/>
          </ac:spMkLst>
        </pc:spChg>
        <pc:spChg chg="mod">
          <ac:chgData name="padz punk" userId="10ee4ecd85019bba" providerId="LiveId" clId="{52A4F130-6F12-4FBC-98CF-B0E3053E0FFD}" dt="2025-05-28T01:38:52.915" v="2108" actId="113"/>
          <ac:spMkLst>
            <pc:docMk/>
            <pc:sldMk cId="907225925" sldId="313"/>
            <ac:spMk id="3" creationId="{57FEEEF7-E592-F64C-BAB0-10A39568494D}"/>
          </ac:spMkLst>
        </pc:spChg>
      </pc:sldChg>
      <pc:sldMasterChg chg="delSldLayout">
        <pc:chgData name="padz punk" userId="10ee4ecd85019bba" providerId="LiveId" clId="{52A4F130-6F12-4FBC-98CF-B0E3053E0FFD}" dt="2025-05-28T01:34:59.124" v="2090" actId="47"/>
        <pc:sldMasterMkLst>
          <pc:docMk/>
          <pc:sldMasterMk cId="0" sldId="2147483674"/>
        </pc:sldMasterMkLst>
        <pc:sldLayoutChg chg="del">
          <pc:chgData name="padz punk" userId="10ee4ecd85019bba" providerId="LiveId" clId="{52A4F130-6F12-4FBC-98CF-B0E3053E0FFD}" dt="2025-05-28T01:06:41.971" v="4" actId="47"/>
          <pc:sldLayoutMkLst>
            <pc:docMk/>
            <pc:sldMasterMk cId="0" sldId="2147483674"/>
            <pc:sldLayoutMk cId="0" sldId="2147483653"/>
          </pc:sldLayoutMkLst>
        </pc:sldLayoutChg>
        <pc:sldLayoutChg chg="del">
          <pc:chgData name="padz punk" userId="10ee4ecd85019bba" providerId="LiveId" clId="{52A4F130-6F12-4FBC-98CF-B0E3053E0FFD}" dt="2025-05-28T01:34:59.124" v="2090" actId="47"/>
          <pc:sldLayoutMkLst>
            <pc:docMk/>
            <pc:sldMasterMk cId="0" sldId="2147483674"/>
            <pc:sldLayoutMk cId="0" sldId="2147483654"/>
          </pc:sldLayoutMkLst>
        </pc:sldLayoutChg>
        <pc:sldLayoutChg chg="del">
          <pc:chgData name="padz punk" userId="10ee4ecd85019bba" providerId="LiveId" clId="{52A4F130-6F12-4FBC-98CF-B0E3053E0FFD}" dt="2025-05-28T01:06:46.337" v="5" actId="47"/>
          <pc:sldLayoutMkLst>
            <pc:docMk/>
            <pc:sldMasterMk cId="0" sldId="2147483674"/>
            <pc:sldLayoutMk cId="0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0" name="Google Shape;54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1" name="Google Shape;54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" name="Google Shape;5580;g6edfa80311_0_37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1" name="Google Shape;5581;g6edfa80311_0_37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7" name="Google Shape;5597;g6e7e45355d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8" name="Google Shape;5598;g6e7e45355d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2" name="Google Shape;5622;g6e7e45355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3" name="Google Shape;5623;g6e7e45355d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6">
          <a:extLst>
            <a:ext uri="{FF2B5EF4-FFF2-40B4-BE49-F238E27FC236}">
              <a16:creationId xmlns:a16="http://schemas.microsoft.com/office/drawing/2014/main" id="{CF249CC0-FA57-1285-2B5B-7C612369E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7" name="Google Shape;6777;g6edfa80311_0_36288:notes">
            <a:extLst>
              <a:ext uri="{FF2B5EF4-FFF2-40B4-BE49-F238E27FC236}">
                <a16:creationId xmlns:a16="http://schemas.microsoft.com/office/drawing/2014/main" id="{10B6066E-5F4D-B52B-BD19-31A7B41B6C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8" name="Google Shape;6778;g6edfa80311_0_36288:notes">
            <a:extLst>
              <a:ext uri="{FF2B5EF4-FFF2-40B4-BE49-F238E27FC236}">
                <a16:creationId xmlns:a16="http://schemas.microsoft.com/office/drawing/2014/main" id="{F075101F-04D5-FDFB-7923-17843CB4A7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732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6">
          <a:extLst>
            <a:ext uri="{FF2B5EF4-FFF2-40B4-BE49-F238E27FC236}">
              <a16:creationId xmlns:a16="http://schemas.microsoft.com/office/drawing/2014/main" id="{9486314C-AC3C-DB2F-CE49-149D260AD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7" name="Google Shape;6777;g6edfa80311_0_36288:notes">
            <a:extLst>
              <a:ext uri="{FF2B5EF4-FFF2-40B4-BE49-F238E27FC236}">
                <a16:creationId xmlns:a16="http://schemas.microsoft.com/office/drawing/2014/main" id="{3A571390-C3F7-E6FD-98D1-8E3FC890CF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8" name="Google Shape;6778;g6edfa80311_0_36288:notes">
            <a:extLst>
              <a:ext uri="{FF2B5EF4-FFF2-40B4-BE49-F238E27FC236}">
                <a16:creationId xmlns:a16="http://schemas.microsoft.com/office/drawing/2014/main" id="{07B8FBB3-336B-6F35-D875-407A2CF9B6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11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6">
          <a:extLst>
            <a:ext uri="{FF2B5EF4-FFF2-40B4-BE49-F238E27FC236}">
              <a16:creationId xmlns:a16="http://schemas.microsoft.com/office/drawing/2014/main" id="{BE23BBF2-B36F-0BB0-2354-B6DD76639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7" name="Google Shape;6777;g6edfa80311_0_36288:notes">
            <a:extLst>
              <a:ext uri="{FF2B5EF4-FFF2-40B4-BE49-F238E27FC236}">
                <a16:creationId xmlns:a16="http://schemas.microsoft.com/office/drawing/2014/main" id="{EBF6D6B3-89E2-C4E5-79A3-E012C2BA1A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8" name="Google Shape;6778;g6edfa80311_0_36288:notes">
            <a:extLst>
              <a:ext uri="{FF2B5EF4-FFF2-40B4-BE49-F238E27FC236}">
                <a16:creationId xmlns:a16="http://schemas.microsoft.com/office/drawing/2014/main" id="{D9BEBB33-D3A9-FCBB-CBC0-41608F6C30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51859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6">
          <a:extLst>
            <a:ext uri="{FF2B5EF4-FFF2-40B4-BE49-F238E27FC236}">
              <a16:creationId xmlns:a16="http://schemas.microsoft.com/office/drawing/2014/main" id="{63638A6B-2685-6A45-AC00-8652F4C3E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7" name="Google Shape;6777;g6edfa80311_0_36288:notes">
            <a:extLst>
              <a:ext uri="{FF2B5EF4-FFF2-40B4-BE49-F238E27FC236}">
                <a16:creationId xmlns:a16="http://schemas.microsoft.com/office/drawing/2014/main" id="{991CE90F-FA32-FCB2-CA5B-D7C466AF26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8" name="Google Shape;6778;g6edfa80311_0_36288:notes">
            <a:extLst>
              <a:ext uri="{FF2B5EF4-FFF2-40B4-BE49-F238E27FC236}">
                <a16:creationId xmlns:a16="http://schemas.microsoft.com/office/drawing/2014/main" id="{2DD244FA-6D48-DECA-F2BE-E892F3BA7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83970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6">
          <a:extLst>
            <a:ext uri="{FF2B5EF4-FFF2-40B4-BE49-F238E27FC236}">
              <a16:creationId xmlns:a16="http://schemas.microsoft.com/office/drawing/2014/main" id="{8303AF04-05C7-4112-FA74-C5669276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7" name="Google Shape;6777;g6edfa80311_0_36288:notes">
            <a:extLst>
              <a:ext uri="{FF2B5EF4-FFF2-40B4-BE49-F238E27FC236}">
                <a16:creationId xmlns:a16="http://schemas.microsoft.com/office/drawing/2014/main" id="{F45CC74D-45FF-23FD-A8E8-9317904D3F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8" name="Google Shape;6778;g6edfa80311_0_36288:notes">
            <a:extLst>
              <a:ext uri="{FF2B5EF4-FFF2-40B4-BE49-F238E27FC236}">
                <a16:creationId xmlns:a16="http://schemas.microsoft.com/office/drawing/2014/main" id="{15B59D4D-764A-EEE8-0100-09C3F7F131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4037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6">
          <a:extLst>
            <a:ext uri="{FF2B5EF4-FFF2-40B4-BE49-F238E27FC236}">
              <a16:creationId xmlns:a16="http://schemas.microsoft.com/office/drawing/2014/main" id="{9B948365-680E-79F7-F338-65EDA6892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7" name="Google Shape;6777;g6edfa80311_0_36288:notes">
            <a:extLst>
              <a:ext uri="{FF2B5EF4-FFF2-40B4-BE49-F238E27FC236}">
                <a16:creationId xmlns:a16="http://schemas.microsoft.com/office/drawing/2014/main" id="{C2332AB9-E6B3-5943-E6F5-FE5091208B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8" name="Google Shape;6778;g6edfa80311_0_36288:notes">
            <a:extLst>
              <a:ext uri="{FF2B5EF4-FFF2-40B4-BE49-F238E27FC236}">
                <a16:creationId xmlns:a16="http://schemas.microsoft.com/office/drawing/2014/main" id="{3992A97C-9DCB-55DB-EAA6-CBBE7F6823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0233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6">
          <a:extLst>
            <a:ext uri="{FF2B5EF4-FFF2-40B4-BE49-F238E27FC236}">
              <a16:creationId xmlns:a16="http://schemas.microsoft.com/office/drawing/2014/main" id="{D62B469F-4102-6618-2552-BA6026C27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7" name="Google Shape;6777;g6edfa80311_0_36288:notes">
            <a:extLst>
              <a:ext uri="{FF2B5EF4-FFF2-40B4-BE49-F238E27FC236}">
                <a16:creationId xmlns:a16="http://schemas.microsoft.com/office/drawing/2014/main" id="{C8C0F678-E1F3-46E3-9424-E797F8B9F8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8" name="Google Shape;6778;g6edfa80311_0_36288:notes">
            <a:extLst>
              <a:ext uri="{FF2B5EF4-FFF2-40B4-BE49-F238E27FC236}">
                <a16:creationId xmlns:a16="http://schemas.microsoft.com/office/drawing/2014/main" id="{7490017F-2BC0-0467-EEA4-034096C881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04405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6">
          <a:extLst>
            <a:ext uri="{FF2B5EF4-FFF2-40B4-BE49-F238E27FC236}">
              <a16:creationId xmlns:a16="http://schemas.microsoft.com/office/drawing/2014/main" id="{A5FEFBA0-6E11-DE91-F091-154F0C286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7" name="Google Shape;6777;g6edfa80311_0_36288:notes">
            <a:extLst>
              <a:ext uri="{FF2B5EF4-FFF2-40B4-BE49-F238E27FC236}">
                <a16:creationId xmlns:a16="http://schemas.microsoft.com/office/drawing/2014/main" id="{01B6CE5B-CEE6-D5F9-50AE-03CC440315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8" name="Google Shape;6778;g6edfa80311_0_36288:notes">
            <a:extLst>
              <a:ext uri="{FF2B5EF4-FFF2-40B4-BE49-F238E27FC236}">
                <a16:creationId xmlns:a16="http://schemas.microsoft.com/office/drawing/2014/main" id="{C42AF8C7-F98A-601D-B4D8-B6C72EC066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43815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6">
          <a:extLst>
            <a:ext uri="{FF2B5EF4-FFF2-40B4-BE49-F238E27FC236}">
              <a16:creationId xmlns:a16="http://schemas.microsoft.com/office/drawing/2014/main" id="{5D2F31D1-0061-C54D-25EE-BC097A8EB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7" name="Google Shape;6777;g6edfa80311_0_36288:notes">
            <a:extLst>
              <a:ext uri="{FF2B5EF4-FFF2-40B4-BE49-F238E27FC236}">
                <a16:creationId xmlns:a16="http://schemas.microsoft.com/office/drawing/2014/main" id="{4F459241-5D77-4FF6-E104-87540810F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8" name="Google Shape;6778;g6edfa80311_0_36288:notes">
            <a:extLst>
              <a:ext uri="{FF2B5EF4-FFF2-40B4-BE49-F238E27FC236}">
                <a16:creationId xmlns:a16="http://schemas.microsoft.com/office/drawing/2014/main" id="{81FC0315-D72D-35C0-F81A-D537D7A4C0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74041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6">
          <a:extLst>
            <a:ext uri="{FF2B5EF4-FFF2-40B4-BE49-F238E27FC236}">
              <a16:creationId xmlns:a16="http://schemas.microsoft.com/office/drawing/2014/main" id="{BA55D37F-6D8E-DBC4-3B60-05A8DBB6A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7" name="Google Shape;6777;g6edfa80311_0_36288:notes">
            <a:extLst>
              <a:ext uri="{FF2B5EF4-FFF2-40B4-BE49-F238E27FC236}">
                <a16:creationId xmlns:a16="http://schemas.microsoft.com/office/drawing/2014/main" id="{E5EF31B3-AEA8-82B8-3997-266E65494B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8" name="Google Shape;6778;g6edfa80311_0_36288:notes">
            <a:extLst>
              <a:ext uri="{FF2B5EF4-FFF2-40B4-BE49-F238E27FC236}">
                <a16:creationId xmlns:a16="http://schemas.microsoft.com/office/drawing/2014/main" id="{F749A953-C541-398C-863B-4EC5D92392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5664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19350" y="243900"/>
            <a:ext cx="8505300" cy="46557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589700" y="2044500"/>
            <a:ext cx="5964600" cy="182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753050" y="375737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6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13;p3"/>
          <p:cNvGrpSpPr/>
          <p:nvPr/>
        </p:nvGrpSpPr>
        <p:grpSpPr>
          <a:xfrm>
            <a:off x="-259862" y="786553"/>
            <a:ext cx="1443946" cy="721968"/>
            <a:chOff x="311697" y="-12"/>
            <a:chExt cx="4437449" cy="2218709"/>
          </a:xfrm>
        </p:grpSpPr>
        <p:sp>
          <p:nvSpPr>
            <p:cNvPr id="14" name="Google Shape;14;p3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3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3"/>
          <p:cNvGrpSpPr/>
          <p:nvPr/>
        </p:nvGrpSpPr>
        <p:grpSpPr>
          <a:xfrm>
            <a:off x="7969738" y="1388253"/>
            <a:ext cx="1443946" cy="721968"/>
            <a:chOff x="311697" y="-12"/>
            <a:chExt cx="4437449" cy="2218709"/>
          </a:xfrm>
        </p:grpSpPr>
        <p:sp>
          <p:nvSpPr>
            <p:cNvPr id="344" name="Google Shape;344;p3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3"/>
          <p:cNvGrpSpPr/>
          <p:nvPr/>
        </p:nvGrpSpPr>
        <p:grpSpPr>
          <a:xfrm>
            <a:off x="-98650" y="3310126"/>
            <a:ext cx="9242700" cy="2002824"/>
            <a:chOff x="-98650" y="3310126"/>
            <a:chExt cx="9242700" cy="2002824"/>
          </a:xfrm>
        </p:grpSpPr>
        <p:grpSp>
          <p:nvGrpSpPr>
            <p:cNvPr id="674" name="Google Shape;674;p3"/>
            <p:cNvGrpSpPr/>
            <p:nvPr/>
          </p:nvGrpSpPr>
          <p:grpSpPr>
            <a:xfrm>
              <a:off x="2788951" y="3310126"/>
              <a:ext cx="831787" cy="721972"/>
              <a:chOff x="2788951" y="3310126"/>
              <a:chExt cx="831787" cy="721972"/>
            </a:xfrm>
          </p:grpSpPr>
          <p:sp>
            <p:nvSpPr>
              <p:cNvPr id="675" name="Google Shape;675;p3"/>
              <p:cNvSpPr/>
              <p:nvPr/>
            </p:nvSpPr>
            <p:spPr>
              <a:xfrm>
                <a:off x="3412729" y="3947714"/>
                <a:ext cx="110973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3176" y="2415"/>
                    </a:lnTo>
                    <a:lnTo>
                      <a:pt x="3176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"/>
              <p:cNvSpPr/>
              <p:nvPr/>
            </p:nvSpPr>
            <p:spPr>
              <a:xfrm>
                <a:off x="3315694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2779" y="2415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"/>
              <p:cNvSpPr/>
              <p:nvPr/>
            </p:nvSpPr>
            <p:spPr>
              <a:xfrm>
                <a:off x="3204826" y="3947714"/>
                <a:ext cx="110903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416" extrusionOk="0">
                    <a:moveTo>
                      <a:pt x="0" y="1"/>
                    </a:moveTo>
                    <a:lnTo>
                      <a:pt x="0" y="2415"/>
                    </a:lnTo>
                    <a:lnTo>
                      <a:pt x="3175" y="2415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"/>
              <p:cNvSpPr/>
              <p:nvPr/>
            </p:nvSpPr>
            <p:spPr>
              <a:xfrm>
                <a:off x="3107791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0" y="1"/>
                    </a:moveTo>
                    <a:lnTo>
                      <a:pt x="0" y="2415"/>
                    </a:lnTo>
                    <a:lnTo>
                      <a:pt x="2778" y="2415"/>
                    </a:lnTo>
                    <a:lnTo>
                      <a:pt x="2778" y="1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"/>
              <p:cNvSpPr/>
              <p:nvPr/>
            </p:nvSpPr>
            <p:spPr>
              <a:xfrm>
                <a:off x="2996888" y="3947714"/>
                <a:ext cx="110938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3175" y="2415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"/>
              <p:cNvSpPr/>
              <p:nvPr/>
            </p:nvSpPr>
            <p:spPr>
              <a:xfrm>
                <a:off x="2899853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2779" y="2415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"/>
              <p:cNvSpPr/>
              <p:nvPr/>
            </p:nvSpPr>
            <p:spPr>
              <a:xfrm>
                <a:off x="3412729" y="3836850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"/>
              <p:cNvSpPr/>
              <p:nvPr/>
            </p:nvSpPr>
            <p:spPr>
              <a:xfrm>
                <a:off x="3315694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"/>
              <p:cNvSpPr/>
              <p:nvPr/>
            </p:nvSpPr>
            <p:spPr>
              <a:xfrm>
                <a:off x="3204826" y="3836850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"/>
              <p:cNvSpPr/>
              <p:nvPr/>
            </p:nvSpPr>
            <p:spPr>
              <a:xfrm>
                <a:off x="3107791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"/>
              <p:cNvSpPr/>
              <p:nvPr/>
            </p:nvSpPr>
            <p:spPr>
              <a:xfrm>
                <a:off x="2996888" y="3836850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"/>
              <p:cNvSpPr/>
              <p:nvPr/>
            </p:nvSpPr>
            <p:spPr>
              <a:xfrm>
                <a:off x="2899853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"/>
              <p:cNvSpPr/>
              <p:nvPr/>
            </p:nvSpPr>
            <p:spPr>
              <a:xfrm>
                <a:off x="3412729" y="3739819"/>
                <a:ext cx="11097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"/>
              <p:cNvSpPr/>
              <p:nvPr/>
            </p:nvSpPr>
            <p:spPr>
              <a:xfrm>
                <a:off x="3315694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"/>
              <p:cNvSpPr/>
              <p:nvPr/>
            </p:nvSpPr>
            <p:spPr>
              <a:xfrm>
                <a:off x="3204826" y="3739819"/>
                <a:ext cx="11090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"/>
              <p:cNvSpPr/>
              <p:nvPr/>
            </p:nvSpPr>
            <p:spPr>
              <a:xfrm>
                <a:off x="3107791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"/>
              <p:cNvSpPr/>
              <p:nvPr/>
            </p:nvSpPr>
            <p:spPr>
              <a:xfrm>
                <a:off x="2996888" y="3739819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"/>
              <p:cNvSpPr/>
              <p:nvPr/>
            </p:nvSpPr>
            <p:spPr>
              <a:xfrm>
                <a:off x="2899853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3"/>
              <p:cNvSpPr/>
              <p:nvPr/>
            </p:nvSpPr>
            <p:spPr>
              <a:xfrm>
                <a:off x="3412729" y="3628885"/>
                <a:ext cx="110973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3176" y="3176"/>
                    </a:lnTo>
                    <a:lnTo>
                      <a:pt x="3176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"/>
              <p:cNvSpPr/>
              <p:nvPr/>
            </p:nvSpPr>
            <p:spPr>
              <a:xfrm>
                <a:off x="3315694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2779" y="3176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"/>
              <p:cNvSpPr/>
              <p:nvPr/>
            </p:nvSpPr>
            <p:spPr>
              <a:xfrm>
                <a:off x="3204826" y="3628885"/>
                <a:ext cx="110903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7" extrusionOk="0">
                    <a:moveTo>
                      <a:pt x="0" y="1"/>
                    </a:moveTo>
                    <a:lnTo>
                      <a:pt x="0" y="3176"/>
                    </a:lnTo>
                    <a:lnTo>
                      <a:pt x="3175" y="3176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"/>
              <p:cNvSpPr/>
              <p:nvPr/>
            </p:nvSpPr>
            <p:spPr>
              <a:xfrm>
                <a:off x="3107791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0" y="1"/>
                    </a:moveTo>
                    <a:lnTo>
                      <a:pt x="0" y="3176"/>
                    </a:lnTo>
                    <a:lnTo>
                      <a:pt x="2778" y="3176"/>
                    </a:lnTo>
                    <a:lnTo>
                      <a:pt x="2778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"/>
              <p:cNvSpPr/>
              <p:nvPr/>
            </p:nvSpPr>
            <p:spPr>
              <a:xfrm>
                <a:off x="2996888" y="3628885"/>
                <a:ext cx="110938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3175" y="3176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"/>
              <p:cNvSpPr/>
              <p:nvPr/>
            </p:nvSpPr>
            <p:spPr>
              <a:xfrm>
                <a:off x="2899853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2779" y="3176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"/>
              <p:cNvSpPr/>
              <p:nvPr/>
            </p:nvSpPr>
            <p:spPr>
              <a:xfrm>
                <a:off x="3523667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3"/>
              <p:cNvSpPr/>
              <p:nvPr/>
            </p:nvSpPr>
            <p:spPr>
              <a:xfrm>
                <a:off x="3412729" y="3518022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"/>
              <p:cNvSpPr/>
              <p:nvPr/>
            </p:nvSpPr>
            <p:spPr>
              <a:xfrm>
                <a:off x="3315694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3"/>
              <p:cNvSpPr/>
              <p:nvPr/>
            </p:nvSpPr>
            <p:spPr>
              <a:xfrm>
                <a:off x="3204826" y="3518022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3"/>
              <p:cNvSpPr/>
              <p:nvPr/>
            </p:nvSpPr>
            <p:spPr>
              <a:xfrm>
                <a:off x="3107791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"/>
              <p:cNvSpPr/>
              <p:nvPr/>
            </p:nvSpPr>
            <p:spPr>
              <a:xfrm>
                <a:off x="2996888" y="3518022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"/>
              <p:cNvSpPr/>
              <p:nvPr/>
            </p:nvSpPr>
            <p:spPr>
              <a:xfrm>
                <a:off x="2899853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"/>
              <p:cNvSpPr/>
              <p:nvPr/>
            </p:nvSpPr>
            <p:spPr>
              <a:xfrm>
                <a:off x="2788951" y="3518022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"/>
              <p:cNvSpPr/>
              <p:nvPr/>
            </p:nvSpPr>
            <p:spPr>
              <a:xfrm>
                <a:off x="3523667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3"/>
              <p:cNvSpPr/>
              <p:nvPr/>
            </p:nvSpPr>
            <p:spPr>
              <a:xfrm>
                <a:off x="3412729" y="3420990"/>
                <a:ext cx="11097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3"/>
              <p:cNvSpPr/>
              <p:nvPr/>
            </p:nvSpPr>
            <p:spPr>
              <a:xfrm>
                <a:off x="3315694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"/>
              <p:cNvSpPr/>
              <p:nvPr/>
            </p:nvSpPr>
            <p:spPr>
              <a:xfrm>
                <a:off x="3204826" y="3420990"/>
                <a:ext cx="11090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"/>
              <p:cNvSpPr/>
              <p:nvPr/>
            </p:nvSpPr>
            <p:spPr>
              <a:xfrm>
                <a:off x="3107791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"/>
              <p:cNvSpPr/>
              <p:nvPr/>
            </p:nvSpPr>
            <p:spPr>
              <a:xfrm>
                <a:off x="2996888" y="3420990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3"/>
              <p:cNvSpPr/>
              <p:nvPr/>
            </p:nvSpPr>
            <p:spPr>
              <a:xfrm>
                <a:off x="2899853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3"/>
              <p:cNvSpPr/>
              <p:nvPr/>
            </p:nvSpPr>
            <p:spPr>
              <a:xfrm>
                <a:off x="2788951" y="3420990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3"/>
              <p:cNvSpPr/>
              <p:nvPr/>
            </p:nvSpPr>
            <p:spPr>
              <a:xfrm>
                <a:off x="3523667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2778" y="3174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"/>
              <p:cNvSpPr/>
              <p:nvPr/>
            </p:nvSpPr>
            <p:spPr>
              <a:xfrm>
                <a:off x="3412729" y="3310126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3176" y="3174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"/>
              <p:cNvSpPr/>
              <p:nvPr/>
            </p:nvSpPr>
            <p:spPr>
              <a:xfrm>
                <a:off x="3315694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2779" y="3174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"/>
              <p:cNvSpPr/>
              <p:nvPr/>
            </p:nvSpPr>
            <p:spPr>
              <a:xfrm>
                <a:off x="3204826" y="3310126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3175" y="3174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"/>
              <p:cNvSpPr/>
              <p:nvPr/>
            </p:nvSpPr>
            <p:spPr>
              <a:xfrm>
                <a:off x="3107791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2778" y="3174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"/>
              <p:cNvSpPr/>
              <p:nvPr/>
            </p:nvSpPr>
            <p:spPr>
              <a:xfrm>
                <a:off x="2996888" y="3310126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3175" y="3174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"/>
              <p:cNvSpPr/>
              <p:nvPr/>
            </p:nvSpPr>
            <p:spPr>
              <a:xfrm>
                <a:off x="2899853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2779" y="3174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"/>
              <p:cNvSpPr/>
              <p:nvPr/>
            </p:nvSpPr>
            <p:spPr>
              <a:xfrm>
                <a:off x="2788951" y="3310126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3176" y="3174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3" name="Google Shape;723;p3"/>
            <p:cNvGrpSpPr/>
            <p:nvPr/>
          </p:nvGrpSpPr>
          <p:grpSpPr>
            <a:xfrm>
              <a:off x="-98650" y="4010850"/>
              <a:ext cx="9242700" cy="1302100"/>
              <a:chOff x="-98650" y="4010850"/>
              <a:chExt cx="9242700" cy="1302100"/>
            </a:xfrm>
          </p:grpSpPr>
          <p:sp>
            <p:nvSpPr>
              <p:cNvPr id="724" name="Google Shape;724;p3"/>
              <p:cNvSpPr/>
              <p:nvPr/>
            </p:nvSpPr>
            <p:spPr>
              <a:xfrm>
                <a:off x="-98650" y="4010850"/>
                <a:ext cx="92427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"/>
              <p:cNvSpPr/>
              <p:nvPr/>
            </p:nvSpPr>
            <p:spPr>
              <a:xfrm>
                <a:off x="-98650" y="4584050"/>
                <a:ext cx="92427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"/>
              <p:cNvSpPr/>
              <p:nvPr/>
            </p:nvSpPr>
            <p:spPr>
              <a:xfrm>
                <a:off x="-98650" y="4745950"/>
                <a:ext cx="9242700" cy="5670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27" name="Google Shape;727;p3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8" name="Google Shape;728;p3"/>
          <p:cNvSpPr txBox="1">
            <a:spLocks noGrp="1"/>
          </p:cNvSpPr>
          <p:nvPr>
            <p:ph type="title" idx="2" hasCustomPrompt="1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729" name="Google Shape;729;p3"/>
          <p:cNvSpPr txBox="1">
            <a:spLocks noGrp="1"/>
          </p:cNvSpPr>
          <p:nvPr>
            <p:ph type="subTitle" idx="1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"/>
          <p:cNvSpPr txBox="1">
            <a:spLocks noGrp="1"/>
          </p:cNvSpPr>
          <p:nvPr>
            <p:ph type="body" idx="1"/>
          </p:nvPr>
        </p:nvSpPr>
        <p:spPr>
          <a:xfrm>
            <a:off x="778900" y="1013975"/>
            <a:ext cx="7072500" cy="35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2" name="Google Shape;732;p4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"/>
          <p:cNvSpPr txBox="1">
            <a:spLocks noGrp="1"/>
          </p:cNvSpPr>
          <p:nvPr>
            <p:ph type="subTitle" idx="1"/>
          </p:nvPr>
        </p:nvSpPr>
        <p:spPr>
          <a:xfrm>
            <a:off x="1524000" y="3286279"/>
            <a:ext cx="2743200" cy="274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5" name="Google Shape;735;p5"/>
          <p:cNvSpPr txBox="1">
            <a:spLocks noGrp="1"/>
          </p:cNvSpPr>
          <p:nvPr>
            <p:ph type="subTitle" idx="2"/>
          </p:nvPr>
        </p:nvSpPr>
        <p:spPr>
          <a:xfrm>
            <a:off x="1524000" y="3642360"/>
            <a:ext cx="2743200" cy="83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36" name="Google Shape;736;p5"/>
          <p:cNvSpPr txBox="1">
            <a:spLocks noGrp="1"/>
          </p:cNvSpPr>
          <p:nvPr>
            <p:ph type="subTitle" idx="3"/>
          </p:nvPr>
        </p:nvSpPr>
        <p:spPr>
          <a:xfrm>
            <a:off x="4876800" y="3286279"/>
            <a:ext cx="2743200" cy="274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7" name="Google Shape;737;p5"/>
          <p:cNvSpPr txBox="1">
            <a:spLocks noGrp="1"/>
          </p:cNvSpPr>
          <p:nvPr>
            <p:ph type="subTitle" idx="4"/>
          </p:nvPr>
        </p:nvSpPr>
        <p:spPr>
          <a:xfrm>
            <a:off x="4876800" y="3642360"/>
            <a:ext cx="2743200" cy="83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38" name="Google Shape;738;p5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11"/>
          <p:cNvSpPr txBox="1">
            <a:spLocks noGrp="1"/>
          </p:cNvSpPr>
          <p:nvPr>
            <p:ph type="title" hasCustomPrompt="1"/>
          </p:nvPr>
        </p:nvSpPr>
        <p:spPr>
          <a:xfrm>
            <a:off x="1949125" y="1106125"/>
            <a:ext cx="52458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92" name="Google Shape;1892;p11"/>
          <p:cNvSpPr txBox="1">
            <a:spLocks noGrp="1"/>
          </p:cNvSpPr>
          <p:nvPr>
            <p:ph type="body" idx="1"/>
          </p:nvPr>
        </p:nvSpPr>
        <p:spPr>
          <a:xfrm>
            <a:off x="1949075" y="3152225"/>
            <a:ext cx="5245800" cy="7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ctr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algn="ctr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algn="ctr"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algn="ctr"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ctr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algn="ctr"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algn="ctr"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ctr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algn="ctr">
              <a:spcBef>
                <a:spcPts val="1600"/>
              </a:spcBef>
              <a:spcAft>
                <a:spcPts val="16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AND_BODY_1">
    <p:bg>
      <p:bgPr>
        <a:solidFill>
          <a:schemeClr val="accent6"/>
        </a:solidFill>
        <a:effectLst/>
      </p:bgPr>
    </p:bg>
    <p:spTree>
      <p:nvGrpSpPr>
        <p:cNvPr id="1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5" name="Google Shape;1895;p13"/>
          <p:cNvCxnSpPr/>
          <p:nvPr/>
        </p:nvCxnSpPr>
        <p:spPr>
          <a:xfrm>
            <a:off x="1039500" y="2424889"/>
            <a:ext cx="7065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6" name="Google Shape;1896;p13"/>
          <p:cNvCxnSpPr/>
          <p:nvPr/>
        </p:nvCxnSpPr>
        <p:spPr>
          <a:xfrm>
            <a:off x="1039500" y="3608864"/>
            <a:ext cx="7065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7" name="Google Shape;1897;p13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98" name="Google Shape;1898;p13"/>
          <p:cNvSpPr txBox="1">
            <a:spLocks noGrp="1"/>
          </p:cNvSpPr>
          <p:nvPr>
            <p:ph type="title" idx="2"/>
          </p:nvPr>
        </p:nvSpPr>
        <p:spPr>
          <a:xfrm>
            <a:off x="1148450" y="139752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99" name="Google Shape;1899;p13"/>
          <p:cNvSpPr txBox="1">
            <a:spLocks noGrp="1"/>
          </p:cNvSpPr>
          <p:nvPr>
            <p:ph type="subTitle" idx="1"/>
          </p:nvPr>
        </p:nvSpPr>
        <p:spPr>
          <a:xfrm>
            <a:off x="1148450" y="1657334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0" name="Google Shape;1900;p13"/>
          <p:cNvSpPr txBox="1">
            <a:spLocks noGrp="1"/>
          </p:cNvSpPr>
          <p:nvPr>
            <p:ph type="title" idx="3"/>
          </p:nvPr>
        </p:nvSpPr>
        <p:spPr>
          <a:xfrm>
            <a:off x="1148450" y="2569096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1" name="Google Shape;1901;p13"/>
          <p:cNvSpPr txBox="1">
            <a:spLocks noGrp="1"/>
          </p:cNvSpPr>
          <p:nvPr>
            <p:ph type="subTitle" idx="4"/>
          </p:nvPr>
        </p:nvSpPr>
        <p:spPr>
          <a:xfrm>
            <a:off x="1148450" y="282890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2" name="Google Shape;1902;p13"/>
          <p:cNvSpPr txBox="1">
            <a:spLocks noGrp="1"/>
          </p:cNvSpPr>
          <p:nvPr>
            <p:ph type="title" idx="5"/>
          </p:nvPr>
        </p:nvSpPr>
        <p:spPr>
          <a:xfrm>
            <a:off x="1148450" y="3740666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3" name="Google Shape;1903;p13"/>
          <p:cNvSpPr txBox="1">
            <a:spLocks noGrp="1"/>
          </p:cNvSpPr>
          <p:nvPr>
            <p:ph type="subTitle" idx="6"/>
          </p:nvPr>
        </p:nvSpPr>
        <p:spPr>
          <a:xfrm>
            <a:off x="1148450" y="4000475"/>
            <a:ext cx="3088800" cy="6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4" name="Google Shape;1904;p13"/>
          <p:cNvSpPr txBox="1">
            <a:spLocks noGrp="1"/>
          </p:cNvSpPr>
          <p:nvPr>
            <p:ph type="title" idx="7"/>
          </p:nvPr>
        </p:nvSpPr>
        <p:spPr>
          <a:xfrm>
            <a:off x="4906750" y="139752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5" name="Google Shape;1905;p13"/>
          <p:cNvSpPr txBox="1">
            <a:spLocks noGrp="1"/>
          </p:cNvSpPr>
          <p:nvPr>
            <p:ph type="subTitle" idx="8"/>
          </p:nvPr>
        </p:nvSpPr>
        <p:spPr>
          <a:xfrm>
            <a:off x="4906750" y="1657338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6" name="Google Shape;1906;p13"/>
          <p:cNvSpPr txBox="1">
            <a:spLocks noGrp="1"/>
          </p:cNvSpPr>
          <p:nvPr>
            <p:ph type="title" idx="9"/>
          </p:nvPr>
        </p:nvSpPr>
        <p:spPr>
          <a:xfrm>
            <a:off x="4906750" y="2569107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7" name="Google Shape;1907;p13"/>
          <p:cNvSpPr txBox="1">
            <a:spLocks noGrp="1"/>
          </p:cNvSpPr>
          <p:nvPr>
            <p:ph type="subTitle" idx="13"/>
          </p:nvPr>
        </p:nvSpPr>
        <p:spPr>
          <a:xfrm>
            <a:off x="4906750" y="2828920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908" name="Google Shape;1908;p13"/>
          <p:cNvGrpSpPr/>
          <p:nvPr/>
        </p:nvGrpSpPr>
        <p:grpSpPr>
          <a:xfrm>
            <a:off x="7230575" y="3501811"/>
            <a:ext cx="1540410" cy="1636035"/>
            <a:chOff x="7230575" y="3501811"/>
            <a:chExt cx="1540410" cy="1636035"/>
          </a:xfrm>
        </p:grpSpPr>
        <p:grpSp>
          <p:nvGrpSpPr>
            <p:cNvPr id="1909" name="Google Shape;1909;p13"/>
            <p:cNvGrpSpPr/>
            <p:nvPr/>
          </p:nvGrpSpPr>
          <p:grpSpPr>
            <a:xfrm>
              <a:off x="7655512" y="4362305"/>
              <a:ext cx="775528" cy="775540"/>
              <a:chOff x="7655512" y="4362305"/>
              <a:chExt cx="775528" cy="775540"/>
            </a:xfrm>
          </p:grpSpPr>
          <p:sp>
            <p:nvSpPr>
              <p:cNvPr id="1910" name="Google Shape;1910;p13"/>
              <p:cNvSpPr/>
              <p:nvPr/>
            </p:nvSpPr>
            <p:spPr>
              <a:xfrm flipH="1">
                <a:off x="7825485" y="5042204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13"/>
              <p:cNvSpPr/>
              <p:nvPr/>
            </p:nvSpPr>
            <p:spPr>
              <a:xfrm flipH="1">
                <a:off x="7921094" y="5042204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13"/>
              <p:cNvSpPr/>
              <p:nvPr/>
            </p:nvSpPr>
            <p:spPr>
              <a:xfrm flipH="1">
                <a:off x="7995449" y="5042204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13"/>
              <p:cNvSpPr/>
              <p:nvPr/>
            </p:nvSpPr>
            <p:spPr>
              <a:xfrm flipH="1">
                <a:off x="8080438" y="5042204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13"/>
              <p:cNvSpPr/>
              <p:nvPr/>
            </p:nvSpPr>
            <p:spPr>
              <a:xfrm flipH="1">
                <a:off x="7825485" y="495721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13"/>
              <p:cNvSpPr/>
              <p:nvPr/>
            </p:nvSpPr>
            <p:spPr>
              <a:xfrm flipH="1">
                <a:off x="7921094" y="495721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13"/>
              <p:cNvSpPr/>
              <p:nvPr/>
            </p:nvSpPr>
            <p:spPr>
              <a:xfrm flipH="1">
                <a:off x="7995449" y="495721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13"/>
              <p:cNvSpPr/>
              <p:nvPr/>
            </p:nvSpPr>
            <p:spPr>
              <a:xfrm flipH="1">
                <a:off x="8080438" y="495721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13"/>
              <p:cNvSpPr/>
              <p:nvPr/>
            </p:nvSpPr>
            <p:spPr>
              <a:xfrm flipH="1">
                <a:off x="7825485" y="4872228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13"/>
              <p:cNvSpPr/>
              <p:nvPr/>
            </p:nvSpPr>
            <p:spPr>
              <a:xfrm flipH="1">
                <a:off x="7921094" y="4872228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13"/>
              <p:cNvSpPr/>
              <p:nvPr/>
            </p:nvSpPr>
            <p:spPr>
              <a:xfrm flipH="1">
                <a:off x="7995449" y="4872228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13"/>
              <p:cNvSpPr/>
              <p:nvPr/>
            </p:nvSpPr>
            <p:spPr>
              <a:xfrm flipH="1">
                <a:off x="8080438" y="4872228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13"/>
              <p:cNvSpPr/>
              <p:nvPr/>
            </p:nvSpPr>
            <p:spPr>
              <a:xfrm flipH="1">
                <a:off x="7825485" y="4787235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13"/>
              <p:cNvSpPr/>
              <p:nvPr/>
            </p:nvSpPr>
            <p:spPr>
              <a:xfrm flipH="1">
                <a:off x="7921094" y="4787235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13"/>
              <p:cNvSpPr/>
              <p:nvPr/>
            </p:nvSpPr>
            <p:spPr>
              <a:xfrm flipH="1">
                <a:off x="7995449" y="478723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13"/>
              <p:cNvSpPr/>
              <p:nvPr/>
            </p:nvSpPr>
            <p:spPr>
              <a:xfrm flipH="1">
                <a:off x="8080438" y="4787235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13"/>
              <p:cNvSpPr/>
              <p:nvPr/>
            </p:nvSpPr>
            <p:spPr>
              <a:xfrm flipH="1">
                <a:off x="7825485" y="4702251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13"/>
              <p:cNvSpPr/>
              <p:nvPr/>
            </p:nvSpPr>
            <p:spPr>
              <a:xfrm flipH="1">
                <a:off x="7921094" y="4702251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13"/>
              <p:cNvSpPr/>
              <p:nvPr/>
            </p:nvSpPr>
            <p:spPr>
              <a:xfrm flipH="1">
                <a:off x="7995449" y="4702251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13"/>
              <p:cNvSpPr/>
              <p:nvPr/>
            </p:nvSpPr>
            <p:spPr>
              <a:xfrm flipH="1">
                <a:off x="8080438" y="4702251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13"/>
              <p:cNvSpPr/>
              <p:nvPr/>
            </p:nvSpPr>
            <p:spPr>
              <a:xfrm flipH="1">
                <a:off x="7655512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13"/>
              <p:cNvSpPr/>
              <p:nvPr/>
            </p:nvSpPr>
            <p:spPr>
              <a:xfrm flipH="1">
                <a:off x="7740496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13"/>
              <p:cNvSpPr/>
              <p:nvPr/>
            </p:nvSpPr>
            <p:spPr>
              <a:xfrm flipH="1">
                <a:off x="7825485" y="4617267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13"/>
              <p:cNvSpPr/>
              <p:nvPr/>
            </p:nvSpPr>
            <p:spPr>
              <a:xfrm flipH="1">
                <a:off x="7921094" y="4617267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13"/>
              <p:cNvSpPr/>
              <p:nvPr/>
            </p:nvSpPr>
            <p:spPr>
              <a:xfrm flipH="1">
                <a:off x="7995449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13"/>
              <p:cNvSpPr/>
              <p:nvPr/>
            </p:nvSpPr>
            <p:spPr>
              <a:xfrm flipH="1">
                <a:off x="8080438" y="4617267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13"/>
              <p:cNvSpPr/>
              <p:nvPr/>
            </p:nvSpPr>
            <p:spPr>
              <a:xfrm flipH="1">
                <a:off x="8176054" y="4617267"/>
                <a:ext cx="7439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13"/>
              <p:cNvSpPr/>
              <p:nvPr/>
            </p:nvSpPr>
            <p:spPr>
              <a:xfrm flipH="1">
                <a:off x="8250417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13"/>
              <p:cNvSpPr/>
              <p:nvPr/>
            </p:nvSpPr>
            <p:spPr>
              <a:xfrm flipH="1">
                <a:off x="8335399" y="4617267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13"/>
              <p:cNvSpPr/>
              <p:nvPr/>
            </p:nvSpPr>
            <p:spPr>
              <a:xfrm flipH="1">
                <a:off x="7655512" y="4532274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13"/>
              <p:cNvSpPr/>
              <p:nvPr/>
            </p:nvSpPr>
            <p:spPr>
              <a:xfrm flipH="1">
                <a:off x="7995449" y="4532274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13"/>
              <p:cNvSpPr/>
              <p:nvPr/>
            </p:nvSpPr>
            <p:spPr>
              <a:xfrm flipH="1">
                <a:off x="8335399" y="4532274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13"/>
              <p:cNvSpPr/>
              <p:nvPr/>
            </p:nvSpPr>
            <p:spPr>
              <a:xfrm flipH="1">
                <a:off x="7655512" y="4447290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13"/>
              <p:cNvSpPr/>
              <p:nvPr/>
            </p:nvSpPr>
            <p:spPr>
              <a:xfrm flipH="1">
                <a:off x="7995449" y="4447290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13"/>
              <p:cNvSpPr/>
              <p:nvPr/>
            </p:nvSpPr>
            <p:spPr>
              <a:xfrm flipH="1">
                <a:off x="8335399" y="4447290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13"/>
              <p:cNvSpPr/>
              <p:nvPr/>
            </p:nvSpPr>
            <p:spPr>
              <a:xfrm flipH="1">
                <a:off x="7655512" y="4362305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13"/>
              <p:cNvSpPr/>
              <p:nvPr/>
            </p:nvSpPr>
            <p:spPr>
              <a:xfrm flipH="1">
                <a:off x="7995449" y="436230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13"/>
              <p:cNvSpPr/>
              <p:nvPr/>
            </p:nvSpPr>
            <p:spPr>
              <a:xfrm flipH="1">
                <a:off x="8335399" y="4362305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48" name="Google Shape;1948;p13"/>
            <p:cNvSpPr/>
            <p:nvPr/>
          </p:nvSpPr>
          <p:spPr>
            <a:xfrm flipH="1">
              <a:off x="7315559" y="3767391"/>
              <a:ext cx="85020" cy="8502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13"/>
            <p:cNvSpPr/>
            <p:nvPr/>
          </p:nvSpPr>
          <p:spPr>
            <a:xfrm flipH="1">
              <a:off x="7655512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13"/>
            <p:cNvSpPr/>
            <p:nvPr/>
          </p:nvSpPr>
          <p:spPr>
            <a:xfrm flipH="1">
              <a:off x="8080438" y="3671779"/>
              <a:ext cx="95649" cy="95641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13"/>
            <p:cNvSpPr/>
            <p:nvPr/>
          </p:nvSpPr>
          <p:spPr>
            <a:xfrm flipH="1">
              <a:off x="8685973" y="3597414"/>
              <a:ext cx="85012" cy="95641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13"/>
            <p:cNvSpPr/>
            <p:nvPr/>
          </p:nvSpPr>
          <p:spPr>
            <a:xfrm flipH="1">
              <a:off x="8685973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13"/>
            <p:cNvSpPr/>
            <p:nvPr/>
          </p:nvSpPr>
          <p:spPr>
            <a:xfrm flipH="1">
              <a:off x="8176054" y="3501811"/>
              <a:ext cx="74390" cy="95633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13"/>
            <p:cNvSpPr/>
            <p:nvPr/>
          </p:nvSpPr>
          <p:spPr>
            <a:xfrm flipH="1">
              <a:off x="8250417" y="3501811"/>
              <a:ext cx="85012" cy="95633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55" name="Google Shape;1955;p13"/>
            <p:cNvGrpSpPr/>
            <p:nvPr/>
          </p:nvGrpSpPr>
          <p:grpSpPr>
            <a:xfrm>
              <a:off x="7230575" y="3501811"/>
              <a:ext cx="1540410" cy="860514"/>
              <a:chOff x="7230575" y="3501811"/>
              <a:chExt cx="1540410" cy="860514"/>
            </a:xfrm>
          </p:grpSpPr>
          <p:sp>
            <p:nvSpPr>
              <p:cNvPr id="1956" name="Google Shape;1956;p13"/>
              <p:cNvSpPr/>
              <p:nvPr/>
            </p:nvSpPr>
            <p:spPr>
              <a:xfrm flipH="1">
                <a:off x="731555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13"/>
              <p:cNvSpPr/>
              <p:nvPr/>
            </p:nvSpPr>
            <p:spPr>
              <a:xfrm flipH="1">
                <a:off x="7400551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13"/>
              <p:cNvSpPr/>
              <p:nvPr/>
            </p:nvSpPr>
            <p:spPr>
              <a:xfrm flipH="1">
                <a:off x="7485535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13"/>
              <p:cNvSpPr/>
              <p:nvPr/>
            </p:nvSpPr>
            <p:spPr>
              <a:xfrm flipH="1">
                <a:off x="7570520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13"/>
              <p:cNvSpPr/>
              <p:nvPr/>
            </p:nvSpPr>
            <p:spPr>
              <a:xfrm flipH="1">
                <a:off x="7655512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13"/>
              <p:cNvSpPr/>
              <p:nvPr/>
            </p:nvSpPr>
            <p:spPr>
              <a:xfrm flipH="1">
                <a:off x="7740496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13"/>
              <p:cNvSpPr/>
              <p:nvPr/>
            </p:nvSpPr>
            <p:spPr>
              <a:xfrm flipH="1">
                <a:off x="7825485" y="4277321"/>
                <a:ext cx="95633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13"/>
              <p:cNvSpPr/>
              <p:nvPr/>
            </p:nvSpPr>
            <p:spPr>
              <a:xfrm flipH="1">
                <a:off x="7921094" y="4277321"/>
                <a:ext cx="7438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13"/>
              <p:cNvSpPr/>
              <p:nvPr/>
            </p:nvSpPr>
            <p:spPr>
              <a:xfrm flipH="1">
                <a:off x="799544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13"/>
              <p:cNvSpPr/>
              <p:nvPr/>
            </p:nvSpPr>
            <p:spPr>
              <a:xfrm flipH="1">
                <a:off x="8080438" y="4277321"/>
                <a:ext cx="95649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13"/>
              <p:cNvSpPr/>
              <p:nvPr/>
            </p:nvSpPr>
            <p:spPr>
              <a:xfrm flipH="1">
                <a:off x="8176054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13"/>
              <p:cNvSpPr/>
              <p:nvPr/>
            </p:nvSpPr>
            <p:spPr>
              <a:xfrm flipH="1">
                <a:off x="825041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13"/>
              <p:cNvSpPr/>
              <p:nvPr/>
            </p:nvSpPr>
            <p:spPr>
              <a:xfrm flipH="1">
                <a:off x="833539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13"/>
              <p:cNvSpPr/>
              <p:nvPr/>
            </p:nvSpPr>
            <p:spPr>
              <a:xfrm flipH="1">
                <a:off x="8431015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13"/>
              <p:cNvSpPr/>
              <p:nvPr/>
            </p:nvSpPr>
            <p:spPr>
              <a:xfrm flipH="1">
                <a:off x="850537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13"/>
              <p:cNvSpPr/>
              <p:nvPr/>
            </p:nvSpPr>
            <p:spPr>
              <a:xfrm flipH="1">
                <a:off x="859035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13"/>
              <p:cNvSpPr/>
              <p:nvPr/>
            </p:nvSpPr>
            <p:spPr>
              <a:xfrm flipH="1">
                <a:off x="731555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13"/>
              <p:cNvSpPr/>
              <p:nvPr/>
            </p:nvSpPr>
            <p:spPr>
              <a:xfrm flipH="1">
                <a:off x="7400551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13"/>
              <p:cNvSpPr/>
              <p:nvPr/>
            </p:nvSpPr>
            <p:spPr>
              <a:xfrm flipH="1">
                <a:off x="7485535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13"/>
              <p:cNvSpPr/>
              <p:nvPr/>
            </p:nvSpPr>
            <p:spPr>
              <a:xfrm flipH="1">
                <a:off x="7570520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13"/>
              <p:cNvSpPr/>
              <p:nvPr/>
            </p:nvSpPr>
            <p:spPr>
              <a:xfrm flipH="1">
                <a:off x="7655512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13"/>
              <p:cNvSpPr/>
              <p:nvPr/>
            </p:nvSpPr>
            <p:spPr>
              <a:xfrm flipH="1">
                <a:off x="7740496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13"/>
              <p:cNvSpPr/>
              <p:nvPr/>
            </p:nvSpPr>
            <p:spPr>
              <a:xfrm flipH="1">
                <a:off x="7825485" y="4181710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13"/>
              <p:cNvSpPr/>
              <p:nvPr/>
            </p:nvSpPr>
            <p:spPr>
              <a:xfrm flipH="1">
                <a:off x="7921094" y="4181710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13"/>
              <p:cNvSpPr/>
              <p:nvPr/>
            </p:nvSpPr>
            <p:spPr>
              <a:xfrm flipH="1">
                <a:off x="799544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13"/>
              <p:cNvSpPr/>
              <p:nvPr/>
            </p:nvSpPr>
            <p:spPr>
              <a:xfrm flipH="1">
                <a:off x="8080438" y="4181710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13"/>
              <p:cNvSpPr/>
              <p:nvPr/>
            </p:nvSpPr>
            <p:spPr>
              <a:xfrm flipH="1">
                <a:off x="8176054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13"/>
              <p:cNvSpPr/>
              <p:nvPr/>
            </p:nvSpPr>
            <p:spPr>
              <a:xfrm flipH="1">
                <a:off x="825041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13"/>
              <p:cNvSpPr/>
              <p:nvPr/>
            </p:nvSpPr>
            <p:spPr>
              <a:xfrm flipH="1">
                <a:off x="833539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13"/>
              <p:cNvSpPr/>
              <p:nvPr/>
            </p:nvSpPr>
            <p:spPr>
              <a:xfrm flipH="1">
                <a:off x="8431015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13"/>
              <p:cNvSpPr/>
              <p:nvPr/>
            </p:nvSpPr>
            <p:spPr>
              <a:xfrm flipH="1">
                <a:off x="850537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13"/>
              <p:cNvSpPr/>
              <p:nvPr/>
            </p:nvSpPr>
            <p:spPr>
              <a:xfrm flipH="1">
                <a:off x="859035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13"/>
              <p:cNvSpPr/>
              <p:nvPr/>
            </p:nvSpPr>
            <p:spPr>
              <a:xfrm flipH="1">
                <a:off x="731555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13"/>
              <p:cNvSpPr/>
              <p:nvPr/>
            </p:nvSpPr>
            <p:spPr>
              <a:xfrm flipH="1">
                <a:off x="7400551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13"/>
              <p:cNvSpPr/>
              <p:nvPr/>
            </p:nvSpPr>
            <p:spPr>
              <a:xfrm flipH="1">
                <a:off x="7485535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13"/>
              <p:cNvSpPr/>
              <p:nvPr/>
            </p:nvSpPr>
            <p:spPr>
              <a:xfrm flipH="1">
                <a:off x="7570520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13"/>
              <p:cNvSpPr/>
              <p:nvPr/>
            </p:nvSpPr>
            <p:spPr>
              <a:xfrm flipH="1">
                <a:off x="7655512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13"/>
              <p:cNvSpPr/>
              <p:nvPr/>
            </p:nvSpPr>
            <p:spPr>
              <a:xfrm flipH="1">
                <a:off x="7740496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13"/>
              <p:cNvSpPr/>
              <p:nvPr/>
            </p:nvSpPr>
            <p:spPr>
              <a:xfrm flipH="1">
                <a:off x="7825485" y="4107344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13"/>
              <p:cNvSpPr/>
              <p:nvPr/>
            </p:nvSpPr>
            <p:spPr>
              <a:xfrm flipH="1">
                <a:off x="7921094" y="4107344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13"/>
              <p:cNvSpPr/>
              <p:nvPr/>
            </p:nvSpPr>
            <p:spPr>
              <a:xfrm flipH="1">
                <a:off x="799544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13"/>
              <p:cNvSpPr/>
              <p:nvPr/>
            </p:nvSpPr>
            <p:spPr>
              <a:xfrm flipH="1">
                <a:off x="8080438" y="410734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13"/>
              <p:cNvSpPr/>
              <p:nvPr/>
            </p:nvSpPr>
            <p:spPr>
              <a:xfrm flipH="1">
                <a:off x="8176054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13"/>
              <p:cNvSpPr/>
              <p:nvPr/>
            </p:nvSpPr>
            <p:spPr>
              <a:xfrm flipH="1">
                <a:off x="825041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13"/>
              <p:cNvSpPr/>
              <p:nvPr/>
            </p:nvSpPr>
            <p:spPr>
              <a:xfrm flipH="1">
                <a:off x="833539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13"/>
              <p:cNvSpPr/>
              <p:nvPr/>
            </p:nvSpPr>
            <p:spPr>
              <a:xfrm flipH="1">
                <a:off x="8431015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13"/>
              <p:cNvSpPr/>
              <p:nvPr/>
            </p:nvSpPr>
            <p:spPr>
              <a:xfrm flipH="1">
                <a:off x="850537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13"/>
              <p:cNvSpPr/>
              <p:nvPr/>
            </p:nvSpPr>
            <p:spPr>
              <a:xfrm flipH="1">
                <a:off x="859035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13"/>
              <p:cNvSpPr/>
              <p:nvPr/>
            </p:nvSpPr>
            <p:spPr>
              <a:xfrm flipH="1">
                <a:off x="731555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13"/>
              <p:cNvSpPr/>
              <p:nvPr/>
            </p:nvSpPr>
            <p:spPr>
              <a:xfrm flipH="1">
                <a:off x="7400551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13"/>
              <p:cNvSpPr/>
              <p:nvPr/>
            </p:nvSpPr>
            <p:spPr>
              <a:xfrm flipH="1">
                <a:off x="7485535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13"/>
              <p:cNvSpPr/>
              <p:nvPr/>
            </p:nvSpPr>
            <p:spPr>
              <a:xfrm flipH="1">
                <a:off x="7570520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13"/>
              <p:cNvSpPr/>
              <p:nvPr/>
            </p:nvSpPr>
            <p:spPr>
              <a:xfrm flipH="1">
                <a:off x="7655512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13"/>
              <p:cNvSpPr/>
              <p:nvPr/>
            </p:nvSpPr>
            <p:spPr>
              <a:xfrm flipH="1">
                <a:off x="7740496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13"/>
              <p:cNvSpPr/>
              <p:nvPr/>
            </p:nvSpPr>
            <p:spPr>
              <a:xfrm flipH="1">
                <a:off x="7825485" y="402235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13"/>
              <p:cNvSpPr/>
              <p:nvPr/>
            </p:nvSpPr>
            <p:spPr>
              <a:xfrm flipH="1">
                <a:off x="7921094" y="402235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13"/>
              <p:cNvSpPr/>
              <p:nvPr/>
            </p:nvSpPr>
            <p:spPr>
              <a:xfrm flipH="1">
                <a:off x="799544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13"/>
              <p:cNvSpPr/>
              <p:nvPr/>
            </p:nvSpPr>
            <p:spPr>
              <a:xfrm flipH="1">
                <a:off x="8080438" y="402235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13"/>
              <p:cNvSpPr/>
              <p:nvPr/>
            </p:nvSpPr>
            <p:spPr>
              <a:xfrm flipH="1">
                <a:off x="8176054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13"/>
              <p:cNvSpPr/>
              <p:nvPr/>
            </p:nvSpPr>
            <p:spPr>
              <a:xfrm flipH="1">
                <a:off x="825041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13"/>
              <p:cNvSpPr/>
              <p:nvPr/>
            </p:nvSpPr>
            <p:spPr>
              <a:xfrm flipH="1">
                <a:off x="833539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13"/>
              <p:cNvSpPr/>
              <p:nvPr/>
            </p:nvSpPr>
            <p:spPr>
              <a:xfrm flipH="1">
                <a:off x="8431015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13"/>
              <p:cNvSpPr/>
              <p:nvPr/>
            </p:nvSpPr>
            <p:spPr>
              <a:xfrm flipH="1">
                <a:off x="850537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13"/>
              <p:cNvSpPr/>
              <p:nvPr/>
            </p:nvSpPr>
            <p:spPr>
              <a:xfrm flipH="1">
                <a:off x="859035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13"/>
              <p:cNvSpPr/>
              <p:nvPr/>
            </p:nvSpPr>
            <p:spPr>
              <a:xfrm flipH="1">
                <a:off x="731555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13"/>
              <p:cNvSpPr/>
              <p:nvPr/>
            </p:nvSpPr>
            <p:spPr>
              <a:xfrm flipH="1">
                <a:off x="7400551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13"/>
              <p:cNvSpPr/>
              <p:nvPr/>
            </p:nvSpPr>
            <p:spPr>
              <a:xfrm flipH="1">
                <a:off x="7485535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13"/>
              <p:cNvSpPr/>
              <p:nvPr/>
            </p:nvSpPr>
            <p:spPr>
              <a:xfrm flipH="1">
                <a:off x="7570520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13"/>
              <p:cNvSpPr/>
              <p:nvPr/>
            </p:nvSpPr>
            <p:spPr>
              <a:xfrm flipH="1">
                <a:off x="7655512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13"/>
              <p:cNvSpPr/>
              <p:nvPr/>
            </p:nvSpPr>
            <p:spPr>
              <a:xfrm flipH="1">
                <a:off x="7740496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13"/>
              <p:cNvSpPr/>
              <p:nvPr/>
            </p:nvSpPr>
            <p:spPr>
              <a:xfrm flipH="1">
                <a:off x="7825485" y="3926748"/>
                <a:ext cx="95633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13"/>
              <p:cNvSpPr/>
              <p:nvPr/>
            </p:nvSpPr>
            <p:spPr>
              <a:xfrm flipH="1">
                <a:off x="7921094" y="3926748"/>
                <a:ext cx="7438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13"/>
              <p:cNvSpPr/>
              <p:nvPr/>
            </p:nvSpPr>
            <p:spPr>
              <a:xfrm flipH="1">
                <a:off x="799544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13"/>
              <p:cNvSpPr/>
              <p:nvPr/>
            </p:nvSpPr>
            <p:spPr>
              <a:xfrm flipH="1">
                <a:off x="8080438" y="3926748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13"/>
              <p:cNvSpPr/>
              <p:nvPr/>
            </p:nvSpPr>
            <p:spPr>
              <a:xfrm flipH="1">
                <a:off x="8176054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13"/>
              <p:cNvSpPr/>
              <p:nvPr/>
            </p:nvSpPr>
            <p:spPr>
              <a:xfrm flipH="1">
                <a:off x="825041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13"/>
              <p:cNvSpPr/>
              <p:nvPr/>
            </p:nvSpPr>
            <p:spPr>
              <a:xfrm flipH="1">
                <a:off x="833539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13"/>
              <p:cNvSpPr/>
              <p:nvPr/>
            </p:nvSpPr>
            <p:spPr>
              <a:xfrm flipH="1">
                <a:off x="8431015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13"/>
              <p:cNvSpPr/>
              <p:nvPr/>
            </p:nvSpPr>
            <p:spPr>
              <a:xfrm flipH="1">
                <a:off x="850537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13"/>
              <p:cNvSpPr/>
              <p:nvPr/>
            </p:nvSpPr>
            <p:spPr>
              <a:xfrm flipH="1">
                <a:off x="859035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13"/>
              <p:cNvSpPr/>
              <p:nvPr/>
            </p:nvSpPr>
            <p:spPr>
              <a:xfrm flipH="1">
                <a:off x="731555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13"/>
              <p:cNvSpPr/>
              <p:nvPr/>
            </p:nvSpPr>
            <p:spPr>
              <a:xfrm flipH="1">
                <a:off x="7400551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13"/>
              <p:cNvSpPr/>
              <p:nvPr/>
            </p:nvSpPr>
            <p:spPr>
              <a:xfrm flipH="1">
                <a:off x="7485535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13"/>
              <p:cNvSpPr/>
              <p:nvPr/>
            </p:nvSpPr>
            <p:spPr>
              <a:xfrm flipH="1">
                <a:off x="7570520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13"/>
              <p:cNvSpPr/>
              <p:nvPr/>
            </p:nvSpPr>
            <p:spPr>
              <a:xfrm flipH="1">
                <a:off x="7655512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13"/>
              <p:cNvSpPr/>
              <p:nvPr/>
            </p:nvSpPr>
            <p:spPr>
              <a:xfrm flipH="1">
                <a:off x="7740496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13"/>
              <p:cNvSpPr/>
              <p:nvPr/>
            </p:nvSpPr>
            <p:spPr>
              <a:xfrm flipH="1">
                <a:off x="7825485" y="3852383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13"/>
              <p:cNvSpPr/>
              <p:nvPr/>
            </p:nvSpPr>
            <p:spPr>
              <a:xfrm flipH="1">
                <a:off x="7921094" y="3852383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13"/>
              <p:cNvSpPr/>
              <p:nvPr/>
            </p:nvSpPr>
            <p:spPr>
              <a:xfrm flipH="1">
                <a:off x="799544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13"/>
              <p:cNvSpPr/>
              <p:nvPr/>
            </p:nvSpPr>
            <p:spPr>
              <a:xfrm flipH="1">
                <a:off x="8080438" y="3852383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13"/>
              <p:cNvSpPr/>
              <p:nvPr/>
            </p:nvSpPr>
            <p:spPr>
              <a:xfrm flipH="1">
                <a:off x="8176054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13"/>
              <p:cNvSpPr/>
              <p:nvPr/>
            </p:nvSpPr>
            <p:spPr>
              <a:xfrm flipH="1">
                <a:off x="825041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13"/>
              <p:cNvSpPr/>
              <p:nvPr/>
            </p:nvSpPr>
            <p:spPr>
              <a:xfrm flipH="1">
                <a:off x="833539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13"/>
              <p:cNvSpPr/>
              <p:nvPr/>
            </p:nvSpPr>
            <p:spPr>
              <a:xfrm flipH="1">
                <a:off x="8431015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13"/>
              <p:cNvSpPr/>
              <p:nvPr/>
            </p:nvSpPr>
            <p:spPr>
              <a:xfrm flipH="1">
                <a:off x="850537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13"/>
              <p:cNvSpPr/>
              <p:nvPr/>
            </p:nvSpPr>
            <p:spPr>
              <a:xfrm flipH="1">
                <a:off x="859035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13"/>
              <p:cNvSpPr/>
              <p:nvPr/>
            </p:nvSpPr>
            <p:spPr>
              <a:xfrm flipH="1">
                <a:off x="7230575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13"/>
              <p:cNvSpPr/>
              <p:nvPr/>
            </p:nvSpPr>
            <p:spPr>
              <a:xfrm flipH="1">
                <a:off x="7230575" y="411796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13"/>
              <p:cNvSpPr/>
              <p:nvPr/>
            </p:nvSpPr>
            <p:spPr>
              <a:xfrm flipH="1">
                <a:off x="7230575" y="4022352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13"/>
              <p:cNvSpPr/>
              <p:nvPr/>
            </p:nvSpPr>
            <p:spPr>
              <a:xfrm flipH="1">
                <a:off x="7230575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13"/>
              <p:cNvSpPr/>
              <p:nvPr/>
            </p:nvSpPr>
            <p:spPr>
              <a:xfrm flipH="1">
                <a:off x="7230575" y="3863002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13"/>
              <p:cNvSpPr/>
              <p:nvPr/>
            </p:nvSpPr>
            <p:spPr>
              <a:xfrm flipH="1">
                <a:off x="7400551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13"/>
              <p:cNvSpPr/>
              <p:nvPr/>
            </p:nvSpPr>
            <p:spPr>
              <a:xfrm flipH="1">
                <a:off x="7485535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13"/>
              <p:cNvSpPr/>
              <p:nvPr/>
            </p:nvSpPr>
            <p:spPr>
              <a:xfrm flipH="1">
                <a:off x="7570520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13"/>
              <p:cNvSpPr/>
              <p:nvPr/>
            </p:nvSpPr>
            <p:spPr>
              <a:xfrm flipH="1">
                <a:off x="7740496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13"/>
              <p:cNvSpPr/>
              <p:nvPr/>
            </p:nvSpPr>
            <p:spPr>
              <a:xfrm flipH="1">
                <a:off x="7825485" y="3767391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13"/>
              <p:cNvSpPr/>
              <p:nvPr/>
            </p:nvSpPr>
            <p:spPr>
              <a:xfrm flipH="1">
                <a:off x="7921094" y="3767391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13"/>
              <p:cNvSpPr/>
              <p:nvPr/>
            </p:nvSpPr>
            <p:spPr>
              <a:xfrm flipH="1">
                <a:off x="799544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13"/>
              <p:cNvSpPr/>
              <p:nvPr/>
            </p:nvSpPr>
            <p:spPr>
              <a:xfrm flipH="1">
                <a:off x="8080438" y="3767391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13"/>
              <p:cNvSpPr/>
              <p:nvPr/>
            </p:nvSpPr>
            <p:spPr>
              <a:xfrm flipH="1">
                <a:off x="8176054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13"/>
              <p:cNvSpPr/>
              <p:nvPr/>
            </p:nvSpPr>
            <p:spPr>
              <a:xfrm flipH="1">
                <a:off x="825041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13"/>
              <p:cNvSpPr/>
              <p:nvPr/>
            </p:nvSpPr>
            <p:spPr>
              <a:xfrm flipH="1">
                <a:off x="833539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13"/>
              <p:cNvSpPr/>
              <p:nvPr/>
            </p:nvSpPr>
            <p:spPr>
              <a:xfrm flipH="1">
                <a:off x="8431015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13"/>
              <p:cNvSpPr/>
              <p:nvPr/>
            </p:nvSpPr>
            <p:spPr>
              <a:xfrm flipH="1">
                <a:off x="850537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13"/>
              <p:cNvSpPr/>
              <p:nvPr/>
            </p:nvSpPr>
            <p:spPr>
              <a:xfrm flipH="1">
                <a:off x="859035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13"/>
              <p:cNvSpPr/>
              <p:nvPr/>
            </p:nvSpPr>
            <p:spPr>
              <a:xfrm flipH="1">
                <a:off x="8176054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13"/>
              <p:cNvSpPr/>
              <p:nvPr/>
            </p:nvSpPr>
            <p:spPr>
              <a:xfrm flipH="1">
                <a:off x="825041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13"/>
              <p:cNvSpPr/>
              <p:nvPr/>
            </p:nvSpPr>
            <p:spPr>
              <a:xfrm flipH="1">
                <a:off x="833539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13"/>
              <p:cNvSpPr/>
              <p:nvPr/>
            </p:nvSpPr>
            <p:spPr>
              <a:xfrm flipH="1">
                <a:off x="8431015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13"/>
              <p:cNvSpPr/>
              <p:nvPr/>
            </p:nvSpPr>
            <p:spPr>
              <a:xfrm flipH="1">
                <a:off x="850537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13"/>
              <p:cNvSpPr/>
              <p:nvPr/>
            </p:nvSpPr>
            <p:spPr>
              <a:xfrm flipH="1">
                <a:off x="859035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13"/>
              <p:cNvSpPr/>
              <p:nvPr/>
            </p:nvSpPr>
            <p:spPr>
              <a:xfrm flipH="1">
                <a:off x="8080438" y="359741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13"/>
              <p:cNvSpPr/>
              <p:nvPr/>
            </p:nvSpPr>
            <p:spPr>
              <a:xfrm flipH="1">
                <a:off x="8176054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13"/>
              <p:cNvSpPr/>
              <p:nvPr/>
            </p:nvSpPr>
            <p:spPr>
              <a:xfrm flipH="1">
                <a:off x="825041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13"/>
              <p:cNvSpPr/>
              <p:nvPr/>
            </p:nvSpPr>
            <p:spPr>
              <a:xfrm flipH="1">
                <a:off x="833539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13"/>
              <p:cNvSpPr/>
              <p:nvPr/>
            </p:nvSpPr>
            <p:spPr>
              <a:xfrm flipH="1">
                <a:off x="8431015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13"/>
              <p:cNvSpPr/>
              <p:nvPr/>
            </p:nvSpPr>
            <p:spPr>
              <a:xfrm flipH="1">
                <a:off x="850537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13"/>
              <p:cNvSpPr/>
              <p:nvPr/>
            </p:nvSpPr>
            <p:spPr>
              <a:xfrm flipH="1">
                <a:off x="859035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13"/>
              <p:cNvSpPr/>
              <p:nvPr/>
            </p:nvSpPr>
            <p:spPr>
              <a:xfrm flipH="1">
                <a:off x="8685973" y="3693026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13"/>
              <p:cNvSpPr/>
              <p:nvPr/>
            </p:nvSpPr>
            <p:spPr>
              <a:xfrm flipH="1">
                <a:off x="8685973" y="3852383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13"/>
              <p:cNvSpPr/>
              <p:nvPr/>
            </p:nvSpPr>
            <p:spPr>
              <a:xfrm flipH="1">
                <a:off x="8685973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13"/>
              <p:cNvSpPr/>
              <p:nvPr/>
            </p:nvSpPr>
            <p:spPr>
              <a:xfrm flipH="1">
                <a:off x="8685973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13"/>
              <p:cNvSpPr/>
              <p:nvPr/>
            </p:nvSpPr>
            <p:spPr>
              <a:xfrm flipH="1">
                <a:off x="8685973" y="4107344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13"/>
              <p:cNvSpPr/>
              <p:nvPr/>
            </p:nvSpPr>
            <p:spPr>
              <a:xfrm flipH="1">
                <a:off x="8685973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13"/>
              <p:cNvSpPr/>
              <p:nvPr/>
            </p:nvSpPr>
            <p:spPr>
              <a:xfrm flipH="1">
                <a:off x="8080438" y="3501811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13"/>
              <p:cNvSpPr/>
              <p:nvPr/>
            </p:nvSpPr>
            <p:spPr>
              <a:xfrm flipH="1">
                <a:off x="833539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13"/>
              <p:cNvSpPr/>
              <p:nvPr/>
            </p:nvSpPr>
            <p:spPr>
              <a:xfrm flipH="1">
                <a:off x="8431015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13"/>
              <p:cNvSpPr/>
              <p:nvPr/>
            </p:nvSpPr>
            <p:spPr>
              <a:xfrm flipH="1">
                <a:off x="850537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13"/>
              <p:cNvSpPr/>
              <p:nvPr/>
            </p:nvSpPr>
            <p:spPr>
              <a:xfrm flipH="1">
                <a:off x="859035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5" name="Google Shape;2095;p13"/>
          <p:cNvGrpSpPr/>
          <p:nvPr/>
        </p:nvGrpSpPr>
        <p:grpSpPr>
          <a:xfrm>
            <a:off x="6163859" y="4325295"/>
            <a:ext cx="1007280" cy="1069810"/>
            <a:chOff x="6163859" y="4325295"/>
            <a:chExt cx="1007280" cy="1069810"/>
          </a:xfrm>
        </p:grpSpPr>
        <p:sp>
          <p:nvSpPr>
            <p:cNvPr id="2096" name="Google Shape;2096;p13"/>
            <p:cNvSpPr/>
            <p:nvPr/>
          </p:nvSpPr>
          <p:spPr>
            <a:xfrm>
              <a:off x="6719586" y="5332558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13"/>
            <p:cNvSpPr/>
            <p:nvPr/>
          </p:nvSpPr>
          <p:spPr>
            <a:xfrm>
              <a:off x="6670963" y="5332558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13"/>
            <p:cNvSpPr/>
            <p:nvPr/>
          </p:nvSpPr>
          <p:spPr>
            <a:xfrm>
              <a:off x="6615387" y="5332558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13"/>
            <p:cNvSpPr/>
            <p:nvPr/>
          </p:nvSpPr>
          <p:spPr>
            <a:xfrm>
              <a:off x="6552862" y="5332558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13"/>
            <p:cNvSpPr/>
            <p:nvPr/>
          </p:nvSpPr>
          <p:spPr>
            <a:xfrm>
              <a:off x="6719586" y="5276982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13"/>
            <p:cNvSpPr/>
            <p:nvPr/>
          </p:nvSpPr>
          <p:spPr>
            <a:xfrm>
              <a:off x="6670963" y="5276982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13"/>
            <p:cNvSpPr/>
            <p:nvPr/>
          </p:nvSpPr>
          <p:spPr>
            <a:xfrm>
              <a:off x="6615387" y="527698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13"/>
            <p:cNvSpPr/>
            <p:nvPr/>
          </p:nvSpPr>
          <p:spPr>
            <a:xfrm>
              <a:off x="6552862" y="5276982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13"/>
            <p:cNvSpPr/>
            <p:nvPr/>
          </p:nvSpPr>
          <p:spPr>
            <a:xfrm>
              <a:off x="6719586" y="522141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13"/>
            <p:cNvSpPr/>
            <p:nvPr/>
          </p:nvSpPr>
          <p:spPr>
            <a:xfrm>
              <a:off x="6670963" y="522141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13"/>
            <p:cNvSpPr/>
            <p:nvPr/>
          </p:nvSpPr>
          <p:spPr>
            <a:xfrm>
              <a:off x="6615387" y="522141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13"/>
            <p:cNvSpPr/>
            <p:nvPr/>
          </p:nvSpPr>
          <p:spPr>
            <a:xfrm>
              <a:off x="6552862" y="522141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13"/>
            <p:cNvSpPr/>
            <p:nvPr/>
          </p:nvSpPr>
          <p:spPr>
            <a:xfrm>
              <a:off x="6719586" y="5165834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13"/>
            <p:cNvSpPr/>
            <p:nvPr/>
          </p:nvSpPr>
          <p:spPr>
            <a:xfrm>
              <a:off x="6670963" y="5165834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13"/>
            <p:cNvSpPr/>
            <p:nvPr/>
          </p:nvSpPr>
          <p:spPr>
            <a:xfrm>
              <a:off x="6615387" y="5165834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13"/>
            <p:cNvSpPr/>
            <p:nvPr/>
          </p:nvSpPr>
          <p:spPr>
            <a:xfrm>
              <a:off x="6552862" y="5165834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13"/>
            <p:cNvSpPr/>
            <p:nvPr/>
          </p:nvSpPr>
          <p:spPr>
            <a:xfrm>
              <a:off x="6719586" y="5110263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13"/>
            <p:cNvSpPr/>
            <p:nvPr/>
          </p:nvSpPr>
          <p:spPr>
            <a:xfrm>
              <a:off x="6670963" y="5110263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13"/>
            <p:cNvSpPr/>
            <p:nvPr/>
          </p:nvSpPr>
          <p:spPr>
            <a:xfrm>
              <a:off x="6615387" y="5110263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13"/>
            <p:cNvSpPr/>
            <p:nvPr/>
          </p:nvSpPr>
          <p:spPr>
            <a:xfrm>
              <a:off x="6552862" y="5110263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13"/>
            <p:cNvSpPr/>
            <p:nvPr/>
          </p:nvSpPr>
          <p:spPr>
            <a:xfrm>
              <a:off x="6837677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13"/>
            <p:cNvSpPr/>
            <p:nvPr/>
          </p:nvSpPr>
          <p:spPr>
            <a:xfrm>
              <a:off x="6782101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13"/>
            <p:cNvSpPr/>
            <p:nvPr/>
          </p:nvSpPr>
          <p:spPr>
            <a:xfrm>
              <a:off x="6719586" y="505469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13"/>
            <p:cNvSpPr/>
            <p:nvPr/>
          </p:nvSpPr>
          <p:spPr>
            <a:xfrm>
              <a:off x="6670963" y="505469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13"/>
            <p:cNvSpPr/>
            <p:nvPr/>
          </p:nvSpPr>
          <p:spPr>
            <a:xfrm>
              <a:off x="6615387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13"/>
            <p:cNvSpPr/>
            <p:nvPr/>
          </p:nvSpPr>
          <p:spPr>
            <a:xfrm>
              <a:off x="6552862" y="505469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13"/>
            <p:cNvSpPr/>
            <p:nvPr/>
          </p:nvSpPr>
          <p:spPr>
            <a:xfrm>
              <a:off x="6504240" y="5054691"/>
              <a:ext cx="48649" cy="55595"/>
            </a:xfrm>
            <a:custGeom>
              <a:avLst/>
              <a:gdLst/>
              <a:ahLst/>
              <a:cxnLst/>
              <a:rect l="l" t="t" r="r" b="b"/>
              <a:pathLst>
                <a:path w="9525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13"/>
            <p:cNvSpPr/>
            <p:nvPr/>
          </p:nvSpPr>
          <p:spPr>
            <a:xfrm>
              <a:off x="6448669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13"/>
            <p:cNvSpPr/>
            <p:nvPr/>
          </p:nvSpPr>
          <p:spPr>
            <a:xfrm>
              <a:off x="6386148" y="5054691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13"/>
            <p:cNvSpPr/>
            <p:nvPr/>
          </p:nvSpPr>
          <p:spPr>
            <a:xfrm>
              <a:off x="6837677" y="499911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13"/>
            <p:cNvSpPr/>
            <p:nvPr/>
          </p:nvSpPr>
          <p:spPr>
            <a:xfrm>
              <a:off x="6615387" y="4999115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13"/>
            <p:cNvSpPr/>
            <p:nvPr/>
          </p:nvSpPr>
          <p:spPr>
            <a:xfrm>
              <a:off x="6386148" y="4999115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13"/>
            <p:cNvSpPr/>
            <p:nvPr/>
          </p:nvSpPr>
          <p:spPr>
            <a:xfrm>
              <a:off x="6837677" y="494354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13"/>
            <p:cNvSpPr/>
            <p:nvPr/>
          </p:nvSpPr>
          <p:spPr>
            <a:xfrm>
              <a:off x="6615387" y="4943544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13"/>
            <p:cNvSpPr/>
            <p:nvPr/>
          </p:nvSpPr>
          <p:spPr>
            <a:xfrm>
              <a:off x="6386148" y="4943544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13"/>
            <p:cNvSpPr/>
            <p:nvPr/>
          </p:nvSpPr>
          <p:spPr>
            <a:xfrm>
              <a:off x="6837677" y="4887972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13"/>
            <p:cNvSpPr/>
            <p:nvPr/>
          </p:nvSpPr>
          <p:spPr>
            <a:xfrm>
              <a:off x="6615387" y="488797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13"/>
            <p:cNvSpPr/>
            <p:nvPr/>
          </p:nvSpPr>
          <p:spPr>
            <a:xfrm>
              <a:off x="6386148" y="4887972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13"/>
            <p:cNvSpPr/>
            <p:nvPr/>
          </p:nvSpPr>
          <p:spPr>
            <a:xfrm>
              <a:off x="705996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13"/>
            <p:cNvSpPr/>
            <p:nvPr/>
          </p:nvSpPr>
          <p:spPr>
            <a:xfrm>
              <a:off x="7004396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13"/>
            <p:cNvSpPr/>
            <p:nvPr/>
          </p:nvSpPr>
          <p:spPr>
            <a:xfrm>
              <a:off x="6948824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4" y="1088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13"/>
            <p:cNvSpPr/>
            <p:nvPr/>
          </p:nvSpPr>
          <p:spPr>
            <a:xfrm>
              <a:off x="6893248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13"/>
            <p:cNvSpPr/>
            <p:nvPr/>
          </p:nvSpPr>
          <p:spPr>
            <a:xfrm>
              <a:off x="6837677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13"/>
            <p:cNvSpPr/>
            <p:nvPr/>
          </p:nvSpPr>
          <p:spPr>
            <a:xfrm>
              <a:off x="6782101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13"/>
            <p:cNvSpPr/>
            <p:nvPr/>
          </p:nvSpPr>
          <p:spPr>
            <a:xfrm>
              <a:off x="6719586" y="4832401"/>
              <a:ext cx="62541" cy="55590"/>
            </a:xfrm>
            <a:custGeom>
              <a:avLst/>
              <a:gdLst/>
              <a:ahLst/>
              <a:cxnLst/>
              <a:rect l="l" t="t" r="r" b="b"/>
              <a:pathLst>
                <a:path w="1224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13"/>
            <p:cNvSpPr/>
            <p:nvPr/>
          </p:nvSpPr>
          <p:spPr>
            <a:xfrm>
              <a:off x="6670963" y="4832401"/>
              <a:ext cx="48644" cy="55590"/>
            </a:xfrm>
            <a:custGeom>
              <a:avLst/>
              <a:gdLst/>
              <a:ahLst/>
              <a:cxnLst/>
              <a:rect l="l" t="t" r="r" b="b"/>
              <a:pathLst>
                <a:path w="9524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9523" y="1088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13"/>
            <p:cNvSpPr/>
            <p:nvPr/>
          </p:nvSpPr>
          <p:spPr>
            <a:xfrm>
              <a:off x="661538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13"/>
            <p:cNvSpPr/>
            <p:nvPr/>
          </p:nvSpPr>
          <p:spPr>
            <a:xfrm>
              <a:off x="6552862" y="4832401"/>
              <a:ext cx="62552" cy="55590"/>
            </a:xfrm>
            <a:custGeom>
              <a:avLst/>
              <a:gdLst/>
              <a:ahLst/>
              <a:cxnLst/>
              <a:rect l="l" t="t" r="r" b="b"/>
              <a:pathLst>
                <a:path w="12247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7" y="1088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13"/>
            <p:cNvSpPr/>
            <p:nvPr/>
          </p:nvSpPr>
          <p:spPr>
            <a:xfrm>
              <a:off x="6504240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13"/>
            <p:cNvSpPr/>
            <p:nvPr/>
          </p:nvSpPr>
          <p:spPr>
            <a:xfrm>
              <a:off x="6448669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13"/>
            <p:cNvSpPr/>
            <p:nvPr/>
          </p:nvSpPr>
          <p:spPr>
            <a:xfrm>
              <a:off x="6386148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13"/>
            <p:cNvSpPr/>
            <p:nvPr/>
          </p:nvSpPr>
          <p:spPr>
            <a:xfrm>
              <a:off x="6337521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13"/>
            <p:cNvSpPr/>
            <p:nvPr/>
          </p:nvSpPr>
          <p:spPr>
            <a:xfrm>
              <a:off x="6281950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13"/>
            <p:cNvSpPr/>
            <p:nvPr/>
          </p:nvSpPr>
          <p:spPr>
            <a:xfrm>
              <a:off x="6219430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13"/>
            <p:cNvSpPr/>
            <p:nvPr/>
          </p:nvSpPr>
          <p:spPr>
            <a:xfrm>
              <a:off x="705996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13"/>
            <p:cNvSpPr/>
            <p:nvPr/>
          </p:nvSpPr>
          <p:spPr>
            <a:xfrm>
              <a:off x="7004396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13"/>
            <p:cNvSpPr/>
            <p:nvPr/>
          </p:nvSpPr>
          <p:spPr>
            <a:xfrm>
              <a:off x="6948824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13"/>
            <p:cNvSpPr/>
            <p:nvPr/>
          </p:nvSpPr>
          <p:spPr>
            <a:xfrm>
              <a:off x="6893248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13"/>
            <p:cNvSpPr/>
            <p:nvPr/>
          </p:nvSpPr>
          <p:spPr>
            <a:xfrm>
              <a:off x="6837677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13"/>
            <p:cNvSpPr/>
            <p:nvPr/>
          </p:nvSpPr>
          <p:spPr>
            <a:xfrm>
              <a:off x="6782101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13"/>
            <p:cNvSpPr/>
            <p:nvPr/>
          </p:nvSpPr>
          <p:spPr>
            <a:xfrm>
              <a:off x="6719586" y="4769881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13"/>
            <p:cNvSpPr/>
            <p:nvPr/>
          </p:nvSpPr>
          <p:spPr>
            <a:xfrm>
              <a:off x="6670963" y="4769881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13"/>
            <p:cNvSpPr/>
            <p:nvPr/>
          </p:nvSpPr>
          <p:spPr>
            <a:xfrm>
              <a:off x="661538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13"/>
            <p:cNvSpPr/>
            <p:nvPr/>
          </p:nvSpPr>
          <p:spPr>
            <a:xfrm>
              <a:off x="6552862" y="4769881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13"/>
            <p:cNvSpPr/>
            <p:nvPr/>
          </p:nvSpPr>
          <p:spPr>
            <a:xfrm>
              <a:off x="6504240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13"/>
            <p:cNvSpPr/>
            <p:nvPr/>
          </p:nvSpPr>
          <p:spPr>
            <a:xfrm>
              <a:off x="6448669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13"/>
            <p:cNvSpPr/>
            <p:nvPr/>
          </p:nvSpPr>
          <p:spPr>
            <a:xfrm>
              <a:off x="6386148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13"/>
            <p:cNvSpPr/>
            <p:nvPr/>
          </p:nvSpPr>
          <p:spPr>
            <a:xfrm>
              <a:off x="6337521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13"/>
            <p:cNvSpPr/>
            <p:nvPr/>
          </p:nvSpPr>
          <p:spPr>
            <a:xfrm>
              <a:off x="6281950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13"/>
            <p:cNvSpPr/>
            <p:nvPr/>
          </p:nvSpPr>
          <p:spPr>
            <a:xfrm>
              <a:off x="6219430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13"/>
            <p:cNvSpPr/>
            <p:nvPr/>
          </p:nvSpPr>
          <p:spPr>
            <a:xfrm>
              <a:off x="705996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13"/>
            <p:cNvSpPr/>
            <p:nvPr/>
          </p:nvSpPr>
          <p:spPr>
            <a:xfrm>
              <a:off x="7004396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13"/>
            <p:cNvSpPr/>
            <p:nvPr/>
          </p:nvSpPr>
          <p:spPr>
            <a:xfrm>
              <a:off x="6948824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13"/>
            <p:cNvSpPr/>
            <p:nvPr/>
          </p:nvSpPr>
          <p:spPr>
            <a:xfrm>
              <a:off x="6893248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13"/>
            <p:cNvSpPr/>
            <p:nvPr/>
          </p:nvSpPr>
          <p:spPr>
            <a:xfrm>
              <a:off x="6837677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13"/>
            <p:cNvSpPr/>
            <p:nvPr/>
          </p:nvSpPr>
          <p:spPr>
            <a:xfrm>
              <a:off x="6782101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13"/>
            <p:cNvSpPr/>
            <p:nvPr/>
          </p:nvSpPr>
          <p:spPr>
            <a:xfrm>
              <a:off x="6719586" y="4721253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13"/>
            <p:cNvSpPr/>
            <p:nvPr/>
          </p:nvSpPr>
          <p:spPr>
            <a:xfrm>
              <a:off x="6670963" y="4721253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9523" y="952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13"/>
            <p:cNvSpPr/>
            <p:nvPr/>
          </p:nvSpPr>
          <p:spPr>
            <a:xfrm>
              <a:off x="661538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13"/>
            <p:cNvSpPr/>
            <p:nvPr/>
          </p:nvSpPr>
          <p:spPr>
            <a:xfrm>
              <a:off x="6552862" y="4721253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13"/>
            <p:cNvSpPr/>
            <p:nvPr/>
          </p:nvSpPr>
          <p:spPr>
            <a:xfrm>
              <a:off x="6504240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13"/>
            <p:cNvSpPr/>
            <p:nvPr/>
          </p:nvSpPr>
          <p:spPr>
            <a:xfrm>
              <a:off x="6448669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13"/>
            <p:cNvSpPr/>
            <p:nvPr/>
          </p:nvSpPr>
          <p:spPr>
            <a:xfrm>
              <a:off x="6386148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13"/>
            <p:cNvSpPr/>
            <p:nvPr/>
          </p:nvSpPr>
          <p:spPr>
            <a:xfrm>
              <a:off x="6337521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13"/>
            <p:cNvSpPr/>
            <p:nvPr/>
          </p:nvSpPr>
          <p:spPr>
            <a:xfrm>
              <a:off x="6281950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13"/>
            <p:cNvSpPr/>
            <p:nvPr/>
          </p:nvSpPr>
          <p:spPr>
            <a:xfrm>
              <a:off x="6219430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13"/>
            <p:cNvSpPr/>
            <p:nvPr/>
          </p:nvSpPr>
          <p:spPr>
            <a:xfrm>
              <a:off x="705996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13"/>
            <p:cNvSpPr/>
            <p:nvPr/>
          </p:nvSpPr>
          <p:spPr>
            <a:xfrm>
              <a:off x="7004396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13"/>
            <p:cNvSpPr/>
            <p:nvPr/>
          </p:nvSpPr>
          <p:spPr>
            <a:xfrm>
              <a:off x="6948824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13"/>
            <p:cNvSpPr/>
            <p:nvPr/>
          </p:nvSpPr>
          <p:spPr>
            <a:xfrm>
              <a:off x="6893248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13"/>
            <p:cNvSpPr/>
            <p:nvPr/>
          </p:nvSpPr>
          <p:spPr>
            <a:xfrm>
              <a:off x="6837677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13"/>
            <p:cNvSpPr/>
            <p:nvPr/>
          </p:nvSpPr>
          <p:spPr>
            <a:xfrm>
              <a:off x="6782101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13"/>
            <p:cNvSpPr/>
            <p:nvPr/>
          </p:nvSpPr>
          <p:spPr>
            <a:xfrm>
              <a:off x="6719586" y="4665677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13"/>
            <p:cNvSpPr/>
            <p:nvPr/>
          </p:nvSpPr>
          <p:spPr>
            <a:xfrm>
              <a:off x="6670963" y="4665677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13"/>
            <p:cNvSpPr/>
            <p:nvPr/>
          </p:nvSpPr>
          <p:spPr>
            <a:xfrm>
              <a:off x="661538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13"/>
            <p:cNvSpPr/>
            <p:nvPr/>
          </p:nvSpPr>
          <p:spPr>
            <a:xfrm>
              <a:off x="6552862" y="4665677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13"/>
            <p:cNvSpPr/>
            <p:nvPr/>
          </p:nvSpPr>
          <p:spPr>
            <a:xfrm>
              <a:off x="6504240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13"/>
            <p:cNvSpPr/>
            <p:nvPr/>
          </p:nvSpPr>
          <p:spPr>
            <a:xfrm>
              <a:off x="644866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13"/>
            <p:cNvSpPr/>
            <p:nvPr/>
          </p:nvSpPr>
          <p:spPr>
            <a:xfrm>
              <a:off x="6386148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13"/>
            <p:cNvSpPr/>
            <p:nvPr/>
          </p:nvSpPr>
          <p:spPr>
            <a:xfrm>
              <a:off x="6337521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13"/>
            <p:cNvSpPr/>
            <p:nvPr/>
          </p:nvSpPr>
          <p:spPr>
            <a:xfrm>
              <a:off x="6281950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13"/>
            <p:cNvSpPr/>
            <p:nvPr/>
          </p:nvSpPr>
          <p:spPr>
            <a:xfrm>
              <a:off x="6219430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13"/>
            <p:cNvSpPr/>
            <p:nvPr/>
          </p:nvSpPr>
          <p:spPr>
            <a:xfrm>
              <a:off x="705996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13"/>
            <p:cNvSpPr/>
            <p:nvPr/>
          </p:nvSpPr>
          <p:spPr>
            <a:xfrm>
              <a:off x="7004396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13"/>
            <p:cNvSpPr/>
            <p:nvPr/>
          </p:nvSpPr>
          <p:spPr>
            <a:xfrm>
              <a:off x="6948824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13"/>
            <p:cNvSpPr/>
            <p:nvPr/>
          </p:nvSpPr>
          <p:spPr>
            <a:xfrm>
              <a:off x="6893248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13"/>
            <p:cNvSpPr/>
            <p:nvPr/>
          </p:nvSpPr>
          <p:spPr>
            <a:xfrm>
              <a:off x="6837677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13"/>
            <p:cNvSpPr/>
            <p:nvPr/>
          </p:nvSpPr>
          <p:spPr>
            <a:xfrm>
              <a:off x="6782101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13"/>
            <p:cNvSpPr/>
            <p:nvPr/>
          </p:nvSpPr>
          <p:spPr>
            <a:xfrm>
              <a:off x="6719586" y="4603162"/>
              <a:ext cx="62541" cy="62541"/>
            </a:xfrm>
            <a:custGeom>
              <a:avLst/>
              <a:gdLst/>
              <a:ahLst/>
              <a:cxnLst/>
              <a:rect l="l" t="t" r="r" b="b"/>
              <a:pathLst>
                <a:path w="1224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13"/>
            <p:cNvSpPr/>
            <p:nvPr/>
          </p:nvSpPr>
          <p:spPr>
            <a:xfrm>
              <a:off x="6670963" y="4603162"/>
              <a:ext cx="48644" cy="62541"/>
            </a:xfrm>
            <a:custGeom>
              <a:avLst/>
              <a:gdLst/>
              <a:ahLst/>
              <a:cxnLst/>
              <a:rect l="l" t="t" r="r" b="b"/>
              <a:pathLst>
                <a:path w="9524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13"/>
            <p:cNvSpPr/>
            <p:nvPr/>
          </p:nvSpPr>
          <p:spPr>
            <a:xfrm>
              <a:off x="661538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13"/>
            <p:cNvSpPr/>
            <p:nvPr/>
          </p:nvSpPr>
          <p:spPr>
            <a:xfrm>
              <a:off x="6552862" y="4603162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13"/>
            <p:cNvSpPr/>
            <p:nvPr/>
          </p:nvSpPr>
          <p:spPr>
            <a:xfrm>
              <a:off x="6504240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13"/>
            <p:cNvSpPr/>
            <p:nvPr/>
          </p:nvSpPr>
          <p:spPr>
            <a:xfrm>
              <a:off x="6448669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13"/>
            <p:cNvSpPr/>
            <p:nvPr/>
          </p:nvSpPr>
          <p:spPr>
            <a:xfrm>
              <a:off x="6386148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13"/>
            <p:cNvSpPr/>
            <p:nvPr/>
          </p:nvSpPr>
          <p:spPr>
            <a:xfrm>
              <a:off x="6337521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13"/>
            <p:cNvSpPr/>
            <p:nvPr/>
          </p:nvSpPr>
          <p:spPr>
            <a:xfrm>
              <a:off x="6281950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13"/>
            <p:cNvSpPr/>
            <p:nvPr/>
          </p:nvSpPr>
          <p:spPr>
            <a:xfrm>
              <a:off x="6219430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13"/>
            <p:cNvSpPr/>
            <p:nvPr/>
          </p:nvSpPr>
          <p:spPr>
            <a:xfrm>
              <a:off x="705996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13"/>
            <p:cNvSpPr/>
            <p:nvPr/>
          </p:nvSpPr>
          <p:spPr>
            <a:xfrm>
              <a:off x="7004396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13"/>
            <p:cNvSpPr/>
            <p:nvPr/>
          </p:nvSpPr>
          <p:spPr>
            <a:xfrm>
              <a:off x="6948824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4" y="952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13"/>
            <p:cNvSpPr/>
            <p:nvPr/>
          </p:nvSpPr>
          <p:spPr>
            <a:xfrm>
              <a:off x="6893248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13"/>
            <p:cNvSpPr/>
            <p:nvPr/>
          </p:nvSpPr>
          <p:spPr>
            <a:xfrm>
              <a:off x="6837677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13"/>
            <p:cNvSpPr/>
            <p:nvPr/>
          </p:nvSpPr>
          <p:spPr>
            <a:xfrm>
              <a:off x="6782101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13"/>
            <p:cNvSpPr/>
            <p:nvPr/>
          </p:nvSpPr>
          <p:spPr>
            <a:xfrm>
              <a:off x="6719586" y="4554534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13"/>
            <p:cNvSpPr/>
            <p:nvPr/>
          </p:nvSpPr>
          <p:spPr>
            <a:xfrm>
              <a:off x="6670963" y="4554534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13"/>
            <p:cNvSpPr/>
            <p:nvPr/>
          </p:nvSpPr>
          <p:spPr>
            <a:xfrm>
              <a:off x="661538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13"/>
            <p:cNvSpPr/>
            <p:nvPr/>
          </p:nvSpPr>
          <p:spPr>
            <a:xfrm>
              <a:off x="6552862" y="4554534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7" y="952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13"/>
            <p:cNvSpPr/>
            <p:nvPr/>
          </p:nvSpPr>
          <p:spPr>
            <a:xfrm>
              <a:off x="6504240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13"/>
            <p:cNvSpPr/>
            <p:nvPr/>
          </p:nvSpPr>
          <p:spPr>
            <a:xfrm>
              <a:off x="6448669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13"/>
            <p:cNvSpPr/>
            <p:nvPr/>
          </p:nvSpPr>
          <p:spPr>
            <a:xfrm>
              <a:off x="6386148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13"/>
            <p:cNvSpPr/>
            <p:nvPr/>
          </p:nvSpPr>
          <p:spPr>
            <a:xfrm>
              <a:off x="6337521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13"/>
            <p:cNvSpPr/>
            <p:nvPr/>
          </p:nvSpPr>
          <p:spPr>
            <a:xfrm>
              <a:off x="6281950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13"/>
            <p:cNvSpPr/>
            <p:nvPr/>
          </p:nvSpPr>
          <p:spPr>
            <a:xfrm>
              <a:off x="6219430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13"/>
            <p:cNvSpPr/>
            <p:nvPr/>
          </p:nvSpPr>
          <p:spPr>
            <a:xfrm>
              <a:off x="705996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13"/>
            <p:cNvSpPr/>
            <p:nvPr/>
          </p:nvSpPr>
          <p:spPr>
            <a:xfrm>
              <a:off x="7115543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13"/>
            <p:cNvSpPr/>
            <p:nvPr/>
          </p:nvSpPr>
          <p:spPr>
            <a:xfrm>
              <a:off x="7115543" y="4728197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13"/>
            <p:cNvSpPr/>
            <p:nvPr/>
          </p:nvSpPr>
          <p:spPr>
            <a:xfrm>
              <a:off x="7115543" y="466567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13"/>
            <p:cNvSpPr/>
            <p:nvPr/>
          </p:nvSpPr>
          <p:spPr>
            <a:xfrm>
              <a:off x="7115543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13"/>
            <p:cNvSpPr/>
            <p:nvPr/>
          </p:nvSpPr>
          <p:spPr>
            <a:xfrm>
              <a:off x="7115543" y="4561478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13"/>
            <p:cNvSpPr/>
            <p:nvPr/>
          </p:nvSpPr>
          <p:spPr>
            <a:xfrm>
              <a:off x="7004396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13"/>
            <p:cNvSpPr/>
            <p:nvPr/>
          </p:nvSpPr>
          <p:spPr>
            <a:xfrm>
              <a:off x="6948824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13"/>
            <p:cNvSpPr/>
            <p:nvPr/>
          </p:nvSpPr>
          <p:spPr>
            <a:xfrm>
              <a:off x="6893248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13"/>
            <p:cNvSpPr/>
            <p:nvPr/>
          </p:nvSpPr>
          <p:spPr>
            <a:xfrm>
              <a:off x="6837677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13"/>
            <p:cNvSpPr/>
            <p:nvPr/>
          </p:nvSpPr>
          <p:spPr>
            <a:xfrm>
              <a:off x="6782101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13"/>
            <p:cNvSpPr/>
            <p:nvPr/>
          </p:nvSpPr>
          <p:spPr>
            <a:xfrm>
              <a:off x="6719586" y="4498958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13"/>
            <p:cNvSpPr/>
            <p:nvPr/>
          </p:nvSpPr>
          <p:spPr>
            <a:xfrm>
              <a:off x="6670963" y="4498958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13"/>
            <p:cNvSpPr/>
            <p:nvPr/>
          </p:nvSpPr>
          <p:spPr>
            <a:xfrm>
              <a:off x="661538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13"/>
            <p:cNvSpPr/>
            <p:nvPr/>
          </p:nvSpPr>
          <p:spPr>
            <a:xfrm>
              <a:off x="6552862" y="4498958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13"/>
            <p:cNvSpPr/>
            <p:nvPr/>
          </p:nvSpPr>
          <p:spPr>
            <a:xfrm>
              <a:off x="6504240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13"/>
            <p:cNvSpPr/>
            <p:nvPr/>
          </p:nvSpPr>
          <p:spPr>
            <a:xfrm>
              <a:off x="644866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13"/>
            <p:cNvSpPr/>
            <p:nvPr/>
          </p:nvSpPr>
          <p:spPr>
            <a:xfrm>
              <a:off x="6386148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13"/>
            <p:cNvSpPr/>
            <p:nvPr/>
          </p:nvSpPr>
          <p:spPr>
            <a:xfrm>
              <a:off x="6337521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13"/>
            <p:cNvSpPr/>
            <p:nvPr/>
          </p:nvSpPr>
          <p:spPr>
            <a:xfrm>
              <a:off x="6281950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13"/>
            <p:cNvSpPr/>
            <p:nvPr/>
          </p:nvSpPr>
          <p:spPr>
            <a:xfrm>
              <a:off x="6219430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13"/>
            <p:cNvSpPr/>
            <p:nvPr/>
          </p:nvSpPr>
          <p:spPr>
            <a:xfrm>
              <a:off x="6552862" y="4436437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13"/>
            <p:cNvSpPr/>
            <p:nvPr/>
          </p:nvSpPr>
          <p:spPr>
            <a:xfrm>
              <a:off x="6504240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13"/>
            <p:cNvSpPr/>
            <p:nvPr/>
          </p:nvSpPr>
          <p:spPr>
            <a:xfrm>
              <a:off x="6448669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13"/>
            <p:cNvSpPr/>
            <p:nvPr/>
          </p:nvSpPr>
          <p:spPr>
            <a:xfrm>
              <a:off x="6386148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13"/>
            <p:cNvSpPr/>
            <p:nvPr/>
          </p:nvSpPr>
          <p:spPr>
            <a:xfrm>
              <a:off x="6337521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13"/>
            <p:cNvSpPr/>
            <p:nvPr/>
          </p:nvSpPr>
          <p:spPr>
            <a:xfrm>
              <a:off x="6281950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13"/>
            <p:cNvSpPr/>
            <p:nvPr/>
          </p:nvSpPr>
          <p:spPr>
            <a:xfrm>
              <a:off x="6219430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13"/>
            <p:cNvSpPr/>
            <p:nvPr/>
          </p:nvSpPr>
          <p:spPr>
            <a:xfrm>
              <a:off x="6552862" y="4387810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13"/>
            <p:cNvSpPr/>
            <p:nvPr/>
          </p:nvSpPr>
          <p:spPr>
            <a:xfrm>
              <a:off x="6504240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13"/>
            <p:cNvSpPr/>
            <p:nvPr/>
          </p:nvSpPr>
          <p:spPr>
            <a:xfrm>
              <a:off x="6448669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13"/>
            <p:cNvSpPr/>
            <p:nvPr/>
          </p:nvSpPr>
          <p:spPr>
            <a:xfrm>
              <a:off x="6386148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13"/>
            <p:cNvSpPr/>
            <p:nvPr/>
          </p:nvSpPr>
          <p:spPr>
            <a:xfrm>
              <a:off x="6337521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13"/>
            <p:cNvSpPr/>
            <p:nvPr/>
          </p:nvSpPr>
          <p:spPr>
            <a:xfrm>
              <a:off x="6281950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13"/>
            <p:cNvSpPr/>
            <p:nvPr/>
          </p:nvSpPr>
          <p:spPr>
            <a:xfrm>
              <a:off x="6219430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13"/>
            <p:cNvSpPr/>
            <p:nvPr/>
          </p:nvSpPr>
          <p:spPr>
            <a:xfrm>
              <a:off x="6163859" y="4387810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13"/>
            <p:cNvSpPr/>
            <p:nvPr/>
          </p:nvSpPr>
          <p:spPr>
            <a:xfrm>
              <a:off x="6163859" y="445033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13"/>
            <p:cNvSpPr/>
            <p:nvPr/>
          </p:nvSpPr>
          <p:spPr>
            <a:xfrm>
              <a:off x="616385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13"/>
            <p:cNvSpPr/>
            <p:nvPr/>
          </p:nvSpPr>
          <p:spPr>
            <a:xfrm>
              <a:off x="6163859" y="455453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13"/>
            <p:cNvSpPr/>
            <p:nvPr/>
          </p:nvSpPr>
          <p:spPr>
            <a:xfrm>
              <a:off x="6163859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13"/>
            <p:cNvSpPr/>
            <p:nvPr/>
          </p:nvSpPr>
          <p:spPr>
            <a:xfrm>
              <a:off x="616385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13"/>
            <p:cNvSpPr/>
            <p:nvPr/>
          </p:nvSpPr>
          <p:spPr>
            <a:xfrm>
              <a:off x="6163859" y="4721253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13"/>
            <p:cNvSpPr/>
            <p:nvPr/>
          </p:nvSpPr>
          <p:spPr>
            <a:xfrm>
              <a:off x="6163859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13"/>
            <p:cNvSpPr/>
            <p:nvPr/>
          </p:nvSpPr>
          <p:spPr>
            <a:xfrm>
              <a:off x="6552862" y="4325295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13"/>
            <p:cNvSpPr/>
            <p:nvPr/>
          </p:nvSpPr>
          <p:spPr>
            <a:xfrm>
              <a:off x="6504240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13"/>
            <p:cNvSpPr/>
            <p:nvPr/>
          </p:nvSpPr>
          <p:spPr>
            <a:xfrm>
              <a:off x="6448669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13"/>
            <p:cNvSpPr/>
            <p:nvPr/>
          </p:nvSpPr>
          <p:spPr>
            <a:xfrm>
              <a:off x="6386148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13"/>
            <p:cNvSpPr/>
            <p:nvPr/>
          </p:nvSpPr>
          <p:spPr>
            <a:xfrm>
              <a:off x="6337521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13"/>
            <p:cNvSpPr/>
            <p:nvPr/>
          </p:nvSpPr>
          <p:spPr>
            <a:xfrm>
              <a:off x="6281950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13"/>
            <p:cNvSpPr/>
            <p:nvPr/>
          </p:nvSpPr>
          <p:spPr>
            <a:xfrm>
              <a:off x="6219430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">
    <p:spTree>
      <p:nvGrpSpPr>
        <p:cNvPr id="1" name="Shape 4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0" name="Google Shape;4100;p24"/>
          <p:cNvGrpSpPr/>
          <p:nvPr/>
        </p:nvGrpSpPr>
        <p:grpSpPr>
          <a:xfrm>
            <a:off x="0" y="1474590"/>
            <a:ext cx="9144000" cy="3853085"/>
            <a:chOff x="0" y="1474590"/>
            <a:chExt cx="9144000" cy="3853085"/>
          </a:xfrm>
        </p:grpSpPr>
        <p:grpSp>
          <p:nvGrpSpPr>
            <p:cNvPr id="4101" name="Google Shape;4101;p24"/>
            <p:cNvGrpSpPr/>
            <p:nvPr/>
          </p:nvGrpSpPr>
          <p:grpSpPr>
            <a:xfrm>
              <a:off x="1147578" y="2986377"/>
              <a:ext cx="973077" cy="1033483"/>
              <a:chOff x="7230575" y="3501811"/>
              <a:chExt cx="1540410" cy="1636035"/>
            </a:xfrm>
          </p:grpSpPr>
          <p:grpSp>
            <p:nvGrpSpPr>
              <p:cNvPr id="4102" name="Google Shape;4102;p24"/>
              <p:cNvGrpSpPr/>
              <p:nvPr/>
            </p:nvGrpSpPr>
            <p:grpSpPr>
              <a:xfrm>
                <a:off x="7655512" y="4362305"/>
                <a:ext cx="775528" cy="775540"/>
                <a:chOff x="7655512" y="4362305"/>
                <a:chExt cx="775528" cy="775540"/>
              </a:xfrm>
            </p:grpSpPr>
            <p:sp>
              <p:nvSpPr>
                <p:cNvPr id="4103" name="Google Shape;4103;p24"/>
                <p:cNvSpPr/>
                <p:nvPr/>
              </p:nvSpPr>
              <p:spPr>
                <a:xfrm flipH="1">
                  <a:off x="7825485" y="5042204"/>
                  <a:ext cx="95633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6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4" name="Google Shape;4104;p24"/>
                <p:cNvSpPr/>
                <p:nvPr/>
              </p:nvSpPr>
              <p:spPr>
                <a:xfrm flipH="1">
                  <a:off x="7921094" y="5042204"/>
                  <a:ext cx="7438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6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5" name="Google Shape;4105;p24"/>
                <p:cNvSpPr/>
                <p:nvPr/>
              </p:nvSpPr>
              <p:spPr>
                <a:xfrm flipH="1">
                  <a:off x="7995449" y="5042204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6" name="Google Shape;4106;p24"/>
                <p:cNvSpPr/>
                <p:nvPr/>
              </p:nvSpPr>
              <p:spPr>
                <a:xfrm flipH="1">
                  <a:off x="8080438" y="5042204"/>
                  <a:ext cx="95649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6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7" name="Google Shape;4107;p24"/>
                <p:cNvSpPr/>
                <p:nvPr/>
              </p:nvSpPr>
              <p:spPr>
                <a:xfrm flipH="1">
                  <a:off x="7825485" y="4957212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8" name="Google Shape;4108;p24"/>
                <p:cNvSpPr/>
                <p:nvPr/>
              </p:nvSpPr>
              <p:spPr>
                <a:xfrm flipH="1">
                  <a:off x="7921094" y="4957212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9" name="Google Shape;4109;p24"/>
                <p:cNvSpPr/>
                <p:nvPr/>
              </p:nvSpPr>
              <p:spPr>
                <a:xfrm flipH="1">
                  <a:off x="7995449" y="495721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0" name="Google Shape;4110;p24"/>
                <p:cNvSpPr/>
                <p:nvPr/>
              </p:nvSpPr>
              <p:spPr>
                <a:xfrm flipH="1">
                  <a:off x="8080438" y="4957212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1" name="Google Shape;4111;p24"/>
                <p:cNvSpPr/>
                <p:nvPr/>
              </p:nvSpPr>
              <p:spPr>
                <a:xfrm flipH="1">
                  <a:off x="7825485" y="4872228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2" name="Google Shape;4112;p24"/>
                <p:cNvSpPr/>
                <p:nvPr/>
              </p:nvSpPr>
              <p:spPr>
                <a:xfrm flipH="1">
                  <a:off x="7921094" y="4872228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3" name="Google Shape;4113;p24"/>
                <p:cNvSpPr/>
                <p:nvPr/>
              </p:nvSpPr>
              <p:spPr>
                <a:xfrm flipH="1">
                  <a:off x="7995449" y="4872228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4" name="Google Shape;4114;p24"/>
                <p:cNvSpPr/>
                <p:nvPr/>
              </p:nvSpPr>
              <p:spPr>
                <a:xfrm flipH="1">
                  <a:off x="8080438" y="4872228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5" name="Google Shape;4115;p24"/>
                <p:cNvSpPr/>
                <p:nvPr/>
              </p:nvSpPr>
              <p:spPr>
                <a:xfrm flipH="1">
                  <a:off x="7825485" y="4787235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6" name="Google Shape;4116;p24"/>
                <p:cNvSpPr/>
                <p:nvPr/>
              </p:nvSpPr>
              <p:spPr>
                <a:xfrm flipH="1">
                  <a:off x="7921094" y="4787235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7" name="Google Shape;4117;p24"/>
                <p:cNvSpPr/>
                <p:nvPr/>
              </p:nvSpPr>
              <p:spPr>
                <a:xfrm flipH="1">
                  <a:off x="7995449" y="4787235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8" name="Google Shape;4118;p24"/>
                <p:cNvSpPr/>
                <p:nvPr/>
              </p:nvSpPr>
              <p:spPr>
                <a:xfrm flipH="1">
                  <a:off x="8080438" y="4787235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9" name="Google Shape;4119;p24"/>
                <p:cNvSpPr/>
                <p:nvPr/>
              </p:nvSpPr>
              <p:spPr>
                <a:xfrm flipH="1">
                  <a:off x="7825485" y="4702251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0" name="Google Shape;4120;p24"/>
                <p:cNvSpPr/>
                <p:nvPr/>
              </p:nvSpPr>
              <p:spPr>
                <a:xfrm flipH="1">
                  <a:off x="7921094" y="4702251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1" name="Google Shape;4121;p24"/>
                <p:cNvSpPr/>
                <p:nvPr/>
              </p:nvSpPr>
              <p:spPr>
                <a:xfrm flipH="1">
                  <a:off x="7995449" y="4702251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2" name="Google Shape;4122;p24"/>
                <p:cNvSpPr/>
                <p:nvPr/>
              </p:nvSpPr>
              <p:spPr>
                <a:xfrm flipH="1">
                  <a:off x="8080438" y="4702251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3" name="Google Shape;4123;p24"/>
                <p:cNvSpPr/>
                <p:nvPr/>
              </p:nvSpPr>
              <p:spPr>
                <a:xfrm flipH="1">
                  <a:off x="7655512" y="4617267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4" name="Google Shape;4124;p24"/>
                <p:cNvSpPr/>
                <p:nvPr/>
              </p:nvSpPr>
              <p:spPr>
                <a:xfrm flipH="1">
                  <a:off x="7740496" y="4617267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5" name="Google Shape;4125;p24"/>
                <p:cNvSpPr/>
                <p:nvPr/>
              </p:nvSpPr>
              <p:spPr>
                <a:xfrm flipH="1">
                  <a:off x="7825485" y="4617267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6" name="Google Shape;4126;p24"/>
                <p:cNvSpPr/>
                <p:nvPr/>
              </p:nvSpPr>
              <p:spPr>
                <a:xfrm flipH="1">
                  <a:off x="7921094" y="4617267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7" name="Google Shape;4127;p24"/>
                <p:cNvSpPr/>
                <p:nvPr/>
              </p:nvSpPr>
              <p:spPr>
                <a:xfrm flipH="1">
                  <a:off x="7995449" y="4617267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8" name="Google Shape;4128;p24"/>
                <p:cNvSpPr/>
                <p:nvPr/>
              </p:nvSpPr>
              <p:spPr>
                <a:xfrm flipH="1">
                  <a:off x="8080438" y="4617267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9" name="Google Shape;4129;p24"/>
                <p:cNvSpPr/>
                <p:nvPr/>
              </p:nvSpPr>
              <p:spPr>
                <a:xfrm flipH="1">
                  <a:off x="8176054" y="4617267"/>
                  <a:ext cx="7439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0" name="Google Shape;4130;p24"/>
                <p:cNvSpPr/>
                <p:nvPr/>
              </p:nvSpPr>
              <p:spPr>
                <a:xfrm flipH="1">
                  <a:off x="8250417" y="4617267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1" name="Google Shape;4131;p24"/>
                <p:cNvSpPr/>
                <p:nvPr/>
              </p:nvSpPr>
              <p:spPr>
                <a:xfrm flipH="1">
                  <a:off x="8335399" y="4617267"/>
                  <a:ext cx="95641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2" name="Google Shape;4132;p24"/>
                <p:cNvSpPr/>
                <p:nvPr/>
              </p:nvSpPr>
              <p:spPr>
                <a:xfrm flipH="1">
                  <a:off x="7655512" y="4532274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3" name="Google Shape;4133;p24"/>
                <p:cNvSpPr/>
                <p:nvPr/>
              </p:nvSpPr>
              <p:spPr>
                <a:xfrm flipH="1">
                  <a:off x="7995449" y="4532274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4" name="Google Shape;4134;p24"/>
                <p:cNvSpPr/>
                <p:nvPr/>
              </p:nvSpPr>
              <p:spPr>
                <a:xfrm flipH="1">
                  <a:off x="8335399" y="4532274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5" name="Google Shape;4135;p24"/>
                <p:cNvSpPr/>
                <p:nvPr/>
              </p:nvSpPr>
              <p:spPr>
                <a:xfrm flipH="1">
                  <a:off x="7655512" y="4447290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6" name="Google Shape;4136;p24"/>
                <p:cNvSpPr/>
                <p:nvPr/>
              </p:nvSpPr>
              <p:spPr>
                <a:xfrm flipH="1">
                  <a:off x="7995449" y="4447290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7" name="Google Shape;4137;p24"/>
                <p:cNvSpPr/>
                <p:nvPr/>
              </p:nvSpPr>
              <p:spPr>
                <a:xfrm flipH="1">
                  <a:off x="8335399" y="4447290"/>
                  <a:ext cx="95641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8" name="Google Shape;4138;p24"/>
                <p:cNvSpPr/>
                <p:nvPr/>
              </p:nvSpPr>
              <p:spPr>
                <a:xfrm flipH="1">
                  <a:off x="7655512" y="4362305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9" name="Google Shape;4139;p24"/>
                <p:cNvSpPr/>
                <p:nvPr/>
              </p:nvSpPr>
              <p:spPr>
                <a:xfrm flipH="1">
                  <a:off x="7995449" y="4362305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0" name="Google Shape;4140;p24"/>
                <p:cNvSpPr/>
                <p:nvPr/>
              </p:nvSpPr>
              <p:spPr>
                <a:xfrm flipH="1">
                  <a:off x="8335399" y="4362305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141" name="Google Shape;4141;p24"/>
              <p:cNvSpPr/>
              <p:nvPr/>
            </p:nvSpPr>
            <p:spPr>
              <a:xfrm flipH="1">
                <a:off x="731555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2" name="Google Shape;4142;p24"/>
              <p:cNvSpPr/>
              <p:nvPr/>
            </p:nvSpPr>
            <p:spPr>
              <a:xfrm flipH="1">
                <a:off x="7655512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4143;p24"/>
              <p:cNvSpPr/>
              <p:nvPr/>
            </p:nvSpPr>
            <p:spPr>
              <a:xfrm flipH="1">
                <a:off x="8080438" y="3671779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7" y="12246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4" name="Google Shape;4144;p24"/>
              <p:cNvSpPr/>
              <p:nvPr/>
            </p:nvSpPr>
            <p:spPr>
              <a:xfrm flipH="1">
                <a:off x="8685973" y="3597414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4145;p24"/>
              <p:cNvSpPr/>
              <p:nvPr/>
            </p:nvSpPr>
            <p:spPr>
              <a:xfrm flipH="1">
                <a:off x="8685973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6" name="Google Shape;4146;p24"/>
              <p:cNvSpPr/>
              <p:nvPr/>
            </p:nvSpPr>
            <p:spPr>
              <a:xfrm flipH="1">
                <a:off x="8176054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4147;p24"/>
              <p:cNvSpPr/>
              <p:nvPr/>
            </p:nvSpPr>
            <p:spPr>
              <a:xfrm flipH="1">
                <a:off x="825041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148" name="Google Shape;4148;p24"/>
              <p:cNvGrpSpPr/>
              <p:nvPr/>
            </p:nvGrpSpPr>
            <p:grpSpPr>
              <a:xfrm>
                <a:off x="7230575" y="3501811"/>
                <a:ext cx="1540410" cy="860514"/>
                <a:chOff x="7230575" y="3501811"/>
                <a:chExt cx="1540410" cy="860514"/>
              </a:xfrm>
            </p:grpSpPr>
            <p:sp>
              <p:nvSpPr>
                <p:cNvPr id="4149" name="Google Shape;4149;p24"/>
                <p:cNvSpPr/>
                <p:nvPr/>
              </p:nvSpPr>
              <p:spPr>
                <a:xfrm flipH="1">
                  <a:off x="7315559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0" name="Google Shape;4150;p24"/>
                <p:cNvSpPr/>
                <p:nvPr/>
              </p:nvSpPr>
              <p:spPr>
                <a:xfrm flipH="1">
                  <a:off x="7400551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1" name="Google Shape;4151;p24"/>
                <p:cNvSpPr/>
                <p:nvPr/>
              </p:nvSpPr>
              <p:spPr>
                <a:xfrm flipH="1">
                  <a:off x="7485535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4" y="10884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2" name="Google Shape;4152;p24"/>
                <p:cNvSpPr/>
                <p:nvPr/>
              </p:nvSpPr>
              <p:spPr>
                <a:xfrm flipH="1">
                  <a:off x="7570520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3" name="Google Shape;4153;p24"/>
                <p:cNvSpPr/>
                <p:nvPr/>
              </p:nvSpPr>
              <p:spPr>
                <a:xfrm flipH="1">
                  <a:off x="7655512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4" name="Google Shape;4154;p24"/>
                <p:cNvSpPr/>
                <p:nvPr/>
              </p:nvSpPr>
              <p:spPr>
                <a:xfrm flipH="1">
                  <a:off x="7740496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5" name="Google Shape;4155;p24"/>
                <p:cNvSpPr/>
                <p:nvPr/>
              </p:nvSpPr>
              <p:spPr>
                <a:xfrm flipH="1">
                  <a:off x="7825485" y="4277321"/>
                  <a:ext cx="95633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6" name="Google Shape;4156;p24"/>
                <p:cNvSpPr/>
                <p:nvPr/>
              </p:nvSpPr>
              <p:spPr>
                <a:xfrm flipH="1">
                  <a:off x="7921094" y="4277321"/>
                  <a:ext cx="7438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9523" y="10884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7" name="Google Shape;4157;p24"/>
                <p:cNvSpPr/>
                <p:nvPr/>
              </p:nvSpPr>
              <p:spPr>
                <a:xfrm flipH="1">
                  <a:off x="7995449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8" name="Google Shape;4158;p24"/>
                <p:cNvSpPr/>
                <p:nvPr/>
              </p:nvSpPr>
              <p:spPr>
                <a:xfrm flipH="1">
                  <a:off x="8080438" y="4277321"/>
                  <a:ext cx="95649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2247" y="10884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9" name="Google Shape;4159;p24"/>
                <p:cNvSpPr/>
                <p:nvPr/>
              </p:nvSpPr>
              <p:spPr>
                <a:xfrm flipH="1">
                  <a:off x="8176054" y="4277321"/>
                  <a:ext cx="7439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9525" y="1088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0" name="Google Shape;4160;p24"/>
                <p:cNvSpPr/>
                <p:nvPr/>
              </p:nvSpPr>
              <p:spPr>
                <a:xfrm flipH="1">
                  <a:off x="8250417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1" name="Google Shape;4161;p24"/>
                <p:cNvSpPr/>
                <p:nvPr/>
              </p:nvSpPr>
              <p:spPr>
                <a:xfrm flipH="1">
                  <a:off x="8335399" y="4277321"/>
                  <a:ext cx="95641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2" name="Google Shape;4162;p24"/>
                <p:cNvSpPr/>
                <p:nvPr/>
              </p:nvSpPr>
              <p:spPr>
                <a:xfrm flipH="1">
                  <a:off x="8431015" y="4277321"/>
                  <a:ext cx="7439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9525" y="1088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3" name="Google Shape;4163;p24"/>
                <p:cNvSpPr/>
                <p:nvPr/>
              </p:nvSpPr>
              <p:spPr>
                <a:xfrm flipH="1">
                  <a:off x="8505377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4" name="Google Shape;4164;p24"/>
                <p:cNvSpPr/>
                <p:nvPr/>
              </p:nvSpPr>
              <p:spPr>
                <a:xfrm flipH="1">
                  <a:off x="8590359" y="4277321"/>
                  <a:ext cx="95641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5" name="Google Shape;4165;p24"/>
                <p:cNvSpPr/>
                <p:nvPr/>
              </p:nvSpPr>
              <p:spPr>
                <a:xfrm flipH="1">
                  <a:off x="7315559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6" name="Google Shape;4166;p24"/>
                <p:cNvSpPr/>
                <p:nvPr/>
              </p:nvSpPr>
              <p:spPr>
                <a:xfrm flipH="1">
                  <a:off x="7400551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7" name="Google Shape;4167;p24"/>
                <p:cNvSpPr/>
                <p:nvPr/>
              </p:nvSpPr>
              <p:spPr>
                <a:xfrm flipH="1">
                  <a:off x="7485535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4" y="1224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8" name="Google Shape;4168;p24"/>
                <p:cNvSpPr/>
                <p:nvPr/>
              </p:nvSpPr>
              <p:spPr>
                <a:xfrm flipH="1">
                  <a:off x="7570520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9" name="Google Shape;4169;p24"/>
                <p:cNvSpPr/>
                <p:nvPr/>
              </p:nvSpPr>
              <p:spPr>
                <a:xfrm flipH="1">
                  <a:off x="7655512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0" name="Google Shape;4170;p24"/>
                <p:cNvSpPr/>
                <p:nvPr/>
              </p:nvSpPr>
              <p:spPr>
                <a:xfrm flipH="1">
                  <a:off x="7740496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1" name="Google Shape;4171;p24"/>
                <p:cNvSpPr/>
                <p:nvPr/>
              </p:nvSpPr>
              <p:spPr>
                <a:xfrm flipH="1">
                  <a:off x="7825485" y="4181710"/>
                  <a:ext cx="95633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2" name="Google Shape;4172;p24"/>
                <p:cNvSpPr/>
                <p:nvPr/>
              </p:nvSpPr>
              <p:spPr>
                <a:xfrm flipH="1">
                  <a:off x="7921094" y="4181710"/>
                  <a:ext cx="7438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3" name="Google Shape;4173;p24"/>
                <p:cNvSpPr/>
                <p:nvPr/>
              </p:nvSpPr>
              <p:spPr>
                <a:xfrm flipH="1">
                  <a:off x="7995449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4" name="Google Shape;4174;p24"/>
                <p:cNvSpPr/>
                <p:nvPr/>
              </p:nvSpPr>
              <p:spPr>
                <a:xfrm flipH="1">
                  <a:off x="8080438" y="4181710"/>
                  <a:ext cx="95649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5" name="Google Shape;4175;p24"/>
                <p:cNvSpPr/>
                <p:nvPr/>
              </p:nvSpPr>
              <p:spPr>
                <a:xfrm flipH="1">
                  <a:off x="8176054" y="4181710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6" name="Google Shape;4176;p24"/>
                <p:cNvSpPr/>
                <p:nvPr/>
              </p:nvSpPr>
              <p:spPr>
                <a:xfrm flipH="1">
                  <a:off x="8250417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7" name="Google Shape;4177;p24"/>
                <p:cNvSpPr/>
                <p:nvPr/>
              </p:nvSpPr>
              <p:spPr>
                <a:xfrm flipH="1">
                  <a:off x="8335399" y="4181710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8" name="Google Shape;4178;p24"/>
                <p:cNvSpPr/>
                <p:nvPr/>
              </p:nvSpPr>
              <p:spPr>
                <a:xfrm flipH="1">
                  <a:off x="8431015" y="4181710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9" name="Google Shape;4179;p24"/>
                <p:cNvSpPr/>
                <p:nvPr/>
              </p:nvSpPr>
              <p:spPr>
                <a:xfrm flipH="1">
                  <a:off x="8505377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0" name="Google Shape;4180;p24"/>
                <p:cNvSpPr/>
                <p:nvPr/>
              </p:nvSpPr>
              <p:spPr>
                <a:xfrm flipH="1">
                  <a:off x="8590359" y="4181710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1" name="Google Shape;4181;p24"/>
                <p:cNvSpPr/>
                <p:nvPr/>
              </p:nvSpPr>
              <p:spPr>
                <a:xfrm flipH="1">
                  <a:off x="7315559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2" name="Google Shape;4182;p24"/>
                <p:cNvSpPr/>
                <p:nvPr/>
              </p:nvSpPr>
              <p:spPr>
                <a:xfrm flipH="1">
                  <a:off x="7400551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3" name="Google Shape;4183;p24"/>
                <p:cNvSpPr/>
                <p:nvPr/>
              </p:nvSpPr>
              <p:spPr>
                <a:xfrm flipH="1">
                  <a:off x="7485535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4" y="952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4" name="Google Shape;4184;p24"/>
                <p:cNvSpPr/>
                <p:nvPr/>
              </p:nvSpPr>
              <p:spPr>
                <a:xfrm flipH="1">
                  <a:off x="7570520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5" name="Google Shape;4185;p24"/>
                <p:cNvSpPr/>
                <p:nvPr/>
              </p:nvSpPr>
              <p:spPr>
                <a:xfrm flipH="1">
                  <a:off x="7655512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6" name="Google Shape;4186;p24"/>
                <p:cNvSpPr/>
                <p:nvPr/>
              </p:nvSpPr>
              <p:spPr>
                <a:xfrm flipH="1">
                  <a:off x="7740496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7" name="Google Shape;4187;p24"/>
                <p:cNvSpPr/>
                <p:nvPr/>
              </p:nvSpPr>
              <p:spPr>
                <a:xfrm flipH="1">
                  <a:off x="7825485" y="4107344"/>
                  <a:ext cx="95633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8" name="Google Shape;4188;p24"/>
                <p:cNvSpPr/>
                <p:nvPr/>
              </p:nvSpPr>
              <p:spPr>
                <a:xfrm flipH="1">
                  <a:off x="7921094" y="4107344"/>
                  <a:ext cx="7438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9523" y="952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9" name="Google Shape;4189;p24"/>
                <p:cNvSpPr/>
                <p:nvPr/>
              </p:nvSpPr>
              <p:spPr>
                <a:xfrm flipH="1">
                  <a:off x="7995449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0" name="Google Shape;4190;p24"/>
                <p:cNvSpPr/>
                <p:nvPr/>
              </p:nvSpPr>
              <p:spPr>
                <a:xfrm flipH="1">
                  <a:off x="8080438" y="4107344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2247" y="952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1" name="Google Shape;4191;p24"/>
                <p:cNvSpPr/>
                <p:nvPr/>
              </p:nvSpPr>
              <p:spPr>
                <a:xfrm flipH="1">
                  <a:off x="8176054" y="410734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2" name="Google Shape;4192;p24"/>
                <p:cNvSpPr/>
                <p:nvPr/>
              </p:nvSpPr>
              <p:spPr>
                <a:xfrm flipH="1">
                  <a:off x="8250417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3" name="Google Shape;4193;p24"/>
                <p:cNvSpPr/>
                <p:nvPr/>
              </p:nvSpPr>
              <p:spPr>
                <a:xfrm flipH="1">
                  <a:off x="8335399" y="410734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4" name="Google Shape;4194;p24"/>
                <p:cNvSpPr/>
                <p:nvPr/>
              </p:nvSpPr>
              <p:spPr>
                <a:xfrm flipH="1">
                  <a:off x="8431015" y="410734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5" name="Google Shape;4195;p24"/>
                <p:cNvSpPr/>
                <p:nvPr/>
              </p:nvSpPr>
              <p:spPr>
                <a:xfrm flipH="1">
                  <a:off x="8505377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6" name="Google Shape;4196;p24"/>
                <p:cNvSpPr/>
                <p:nvPr/>
              </p:nvSpPr>
              <p:spPr>
                <a:xfrm flipH="1">
                  <a:off x="8590359" y="410734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7" name="Google Shape;4197;p24"/>
                <p:cNvSpPr/>
                <p:nvPr/>
              </p:nvSpPr>
              <p:spPr>
                <a:xfrm flipH="1">
                  <a:off x="7315559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8" name="Google Shape;4198;p24"/>
                <p:cNvSpPr/>
                <p:nvPr/>
              </p:nvSpPr>
              <p:spPr>
                <a:xfrm flipH="1">
                  <a:off x="7400551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9" name="Google Shape;4199;p24"/>
                <p:cNvSpPr/>
                <p:nvPr/>
              </p:nvSpPr>
              <p:spPr>
                <a:xfrm flipH="1">
                  <a:off x="7485535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0" name="Google Shape;4200;p24"/>
                <p:cNvSpPr/>
                <p:nvPr/>
              </p:nvSpPr>
              <p:spPr>
                <a:xfrm flipH="1">
                  <a:off x="7570520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1" name="Google Shape;4201;p24"/>
                <p:cNvSpPr/>
                <p:nvPr/>
              </p:nvSpPr>
              <p:spPr>
                <a:xfrm flipH="1">
                  <a:off x="7655512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2" name="Google Shape;4202;p24"/>
                <p:cNvSpPr/>
                <p:nvPr/>
              </p:nvSpPr>
              <p:spPr>
                <a:xfrm flipH="1">
                  <a:off x="7740496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3" name="Google Shape;4203;p24"/>
                <p:cNvSpPr/>
                <p:nvPr/>
              </p:nvSpPr>
              <p:spPr>
                <a:xfrm flipH="1">
                  <a:off x="7825485" y="4022352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4" name="Google Shape;4204;p24"/>
                <p:cNvSpPr/>
                <p:nvPr/>
              </p:nvSpPr>
              <p:spPr>
                <a:xfrm flipH="1">
                  <a:off x="7921094" y="4022352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5" name="Google Shape;4205;p24"/>
                <p:cNvSpPr/>
                <p:nvPr/>
              </p:nvSpPr>
              <p:spPr>
                <a:xfrm flipH="1">
                  <a:off x="7995449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6" name="Google Shape;4206;p24"/>
                <p:cNvSpPr/>
                <p:nvPr/>
              </p:nvSpPr>
              <p:spPr>
                <a:xfrm flipH="1">
                  <a:off x="8080438" y="4022352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7" name="Google Shape;4207;p24"/>
                <p:cNvSpPr/>
                <p:nvPr/>
              </p:nvSpPr>
              <p:spPr>
                <a:xfrm flipH="1">
                  <a:off x="8176054" y="4022352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8" name="Google Shape;4208;p24"/>
                <p:cNvSpPr/>
                <p:nvPr/>
              </p:nvSpPr>
              <p:spPr>
                <a:xfrm flipH="1">
                  <a:off x="8250417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9" name="Google Shape;4209;p24"/>
                <p:cNvSpPr/>
                <p:nvPr/>
              </p:nvSpPr>
              <p:spPr>
                <a:xfrm flipH="1">
                  <a:off x="8335399" y="4022352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0" name="Google Shape;4210;p24"/>
                <p:cNvSpPr/>
                <p:nvPr/>
              </p:nvSpPr>
              <p:spPr>
                <a:xfrm flipH="1">
                  <a:off x="8431015" y="4022352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1" name="Google Shape;4211;p24"/>
                <p:cNvSpPr/>
                <p:nvPr/>
              </p:nvSpPr>
              <p:spPr>
                <a:xfrm flipH="1">
                  <a:off x="8505377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2" name="Google Shape;4212;p24"/>
                <p:cNvSpPr/>
                <p:nvPr/>
              </p:nvSpPr>
              <p:spPr>
                <a:xfrm flipH="1">
                  <a:off x="8590359" y="4022352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3" name="Google Shape;4213;p24"/>
                <p:cNvSpPr/>
                <p:nvPr/>
              </p:nvSpPr>
              <p:spPr>
                <a:xfrm flipH="1">
                  <a:off x="7315559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4" name="Google Shape;4214;p24"/>
                <p:cNvSpPr/>
                <p:nvPr/>
              </p:nvSpPr>
              <p:spPr>
                <a:xfrm flipH="1">
                  <a:off x="7400551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5" name="Google Shape;4215;p24"/>
                <p:cNvSpPr/>
                <p:nvPr/>
              </p:nvSpPr>
              <p:spPr>
                <a:xfrm flipH="1">
                  <a:off x="7485535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4" y="1224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6" name="Google Shape;4216;p24"/>
                <p:cNvSpPr/>
                <p:nvPr/>
              </p:nvSpPr>
              <p:spPr>
                <a:xfrm flipH="1">
                  <a:off x="7570520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7" name="Google Shape;4217;p24"/>
                <p:cNvSpPr/>
                <p:nvPr/>
              </p:nvSpPr>
              <p:spPr>
                <a:xfrm flipH="1">
                  <a:off x="7655512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8" name="Google Shape;4218;p24"/>
                <p:cNvSpPr/>
                <p:nvPr/>
              </p:nvSpPr>
              <p:spPr>
                <a:xfrm flipH="1">
                  <a:off x="7740496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9" name="Google Shape;4219;p24"/>
                <p:cNvSpPr/>
                <p:nvPr/>
              </p:nvSpPr>
              <p:spPr>
                <a:xfrm flipH="1">
                  <a:off x="7825485" y="3926748"/>
                  <a:ext cx="95633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0" name="Google Shape;4220;p24"/>
                <p:cNvSpPr/>
                <p:nvPr/>
              </p:nvSpPr>
              <p:spPr>
                <a:xfrm flipH="1">
                  <a:off x="7921094" y="3926748"/>
                  <a:ext cx="7438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1" name="Google Shape;4221;p24"/>
                <p:cNvSpPr/>
                <p:nvPr/>
              </p:nvSpPr>
              <p:spPr>
                <a:xfrm flipH="1">
                  <a:off x="7995449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2" name="Google Shape;4222;p24"/>
                <p:cNvSpPr/>
                <p:nvPr/>
              </p:nvSpPr>
              <p:spPr>
                <a:xfrm flipH="1">
                  <a:off x="8080438" y="3926748"/>
                  <a:ext cx="95649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3" name="Google Shape;4223;p24"/>
                <p:cNvSpPr/>
                <p:nvPr/>
              </p:nvSpPr>
              <p:spPr>
                <a:xfrm flipH="1">
                  <a:off x="8176054" y="3926748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4" name="Google Shape;4224;p24"/>
                <p:cNvSpPr/>
                <p:nvPr/>
              </p:nvSpPr>
              <p:spPr>
                <a:xfrm flipH="1">
                  <a:off x="8250417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5" name="Google Shape;4225;p24"/>
                <p:cNvSpPr/>
                <p:nvPr/>
              </p:nvSpPr>
              <p:spPr>
                <a:xfrm flipH="1">
                  <a:off x="8335399" y="3926748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6" name="Google Shape;4226;p24"/>
                <p:cNvSpPr/>
                <p:nvPr/>
              </p:nvSpPr>
              <p:spPr>
                <a:xfrm flipH="1">
                  <a:off x="8431015" y="3926748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7" name="Google Shape;4227;p24"/>
                <p:cNvSpPr/>
                <p:nvPr/>
              </p:nvSpPr>
              <p:spPr>
                <a:xfrm flipH="1">
                  <a:off x="8505377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8" name="Google Shape;4228;p24"/>
                <p:cNvSpPr/>
                <p:nvPr/>
              </p:nvSpPr>
              <p:spPr>
                <a:xfrm flipH="1">
                  <a:off x="8590359" y="3926748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9" name="Google Shape;4229;p24"/>
                <p:cNvSpPr/>
                <p:nvPr/>
              </p:nvSpPr>
              <p:spPr>
                <a:xfrm flipH="1">
                  <a:off x="7315559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0" name="Google Shape;4230;p24"/>
                <p:cNvSpPr/>
                <p:nvPr/>
              </p:nvSpPr>
              <p:spPr>
                <a:xfrm flipH="1">
                  <a:off x="7400551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1" name="Google Shape;4231;p24"/>
                <p:cNvSpPr/>
                <p:nvPr/>
              </p:nvSpPr>
              <p:spPr>
                <a:xfrm flipH="1">
                  <a:off x="7485535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4" y="9524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2" name="Google Shape;4232;p24"/>
                <p:cNvSpPr/>
                <p:nvPr/>
              </p:nvSpPr>
              <p:spPr>
                <a:xfrm flipH="1">
                  <a:off x="7570520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3" name="Google Shape;4233;p24"/>
                <p:cNvSpPr/>
                <p:nvPr/>
              </p:nvSpPr>
              <p:spPr>
                <a:xfrm flipH="1">
                  <a:off x="7655512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4" name="Google Shape;4234;p24"/>
                <p:cNvSpPr/>
                <p:nvPr/>
              </p:nvSpPr>
              <p:spPr>
                <a:xfrm flipH="1">
                  <a:off x="7740496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5" name="Google Shape;4235;p24"/>
                <p:cNvSpPr/>
                <p:nvPr/>
              </p:nvSpPr>
              <p:spPr>
                <a:xfrm flipH="1">
                  <a:off x="7825485" y="3852383"/>
                  <a:ext cx="95633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6" name="Google Shape;4236;p24"/>
                <p:cNvSpPr/>
                <p:nvPr/>
              </p:nvSpPr>
              <p:spPr>
                <a:xfrm flipH="1">
                  <a:off x="7921094" y="3852383"/>
                  <a:ext cx="7438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9523" y="9524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7" name="Google Shape;4237;p24"/>
                <p:cNvSpPr/>
                <p:nvPr/>
              </p:nvSpPr>
              <p:spPr>
                <a:xfrm flipH="1">
                  <a:off x="7995449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8" name="Google Shape;4238;p24"/>
                <p:cNvSpPr/>
                <p:nvPr/>
              </p:nvSpPr>
              <p:spPr>
                <a:xfrm flipH="1">
                  <a:off x="8080438" y="3852383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2247" y="9524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9" name="Google Shape;4239;p24"/>
                <p:cNvSpPr/>
                <p:nvPr/>
              </p:nvSpPr>
              <p:spPr>
                <a:xfrm flipH="1">
                  <a:off x="8176054" y="3852383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9525" y="952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0" name="Google Shape;4240;p24"/>
                <p:cNvSpPr/>
                <p:nvPr/>
              </p:nvSpPr>
              <p:spPr>
                <a:xfrm flipH="1">
                  <a:off x="8250417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1" name="Google Shape;4241;p24"/>
                <p:cNvSpPr/>
                <p:nvPr/>
              </p:nvSpPr>
              <p:spPr>
                <a:xfrm flipH="1">
                  <a:off x="8335399" y="3852383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2" name="Google Shape;4242;p24"/>
                <p:cNvSpPr/>
                <p:nvPr/>
              </p:nvSpPr>
              <p:spPr>
                <a:xfrm flipH="1">
                  <a:off x="8431015" y="3852383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9525" y="952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3" name="Google Shape;4243;p24"/>
                <p:cNvSpPr/>
                <p:nvPr/>
              </p:nvSpPr>
              <p:spPr>
                <a:xfrm flipH="1">
                  <a:off x="8505377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4" name="Google Shape;4244;p24"/>
                <p:cNvSpPr/>
                <p:nvPr/>
              </p:nvSpPr>
              <p:spPr>
                <a:xfrm flipH="1">
                  <a:off x="8590359" y="3852383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5" name="Google Shape;4245;p24"/>
                <p:cNvSpPr/>
                <p:nvPr/>
              </p:nvSpPr>
              <p:spPr>
                <a:xfrm flipH="1">
                  <a:off x="7230575" y="4192329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6" name="Google Shape;4246;p24"/>
                <p:cNvSpPr/>
                <p:nvPr/>
              </p:nvSpPr>
              <p:spPr>
                <a:xfrm flipH="1">
                  <a:off x="7230575" y="411796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7" name="Google Shape;4247;p24"/>
                <p:cNvSpPr/>
                <p:nvPr/>
              </p:nvSpPr>
              <p:spPr>
                <a:xfrm flipH="1">
                  <a:off x="7230575" y="4022352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8" name="Google Shape;4248;p24"/>
                <p:cNvSpPr/>
                <p:nvPr/>
              </p:nvSpPr>
              <p:spPr>
                <a:xfrm flipH="1">
                  <a:off x="7230575" y="3937368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9" name="Google Shape;4249;p24"/>
                <p:cNvSpPr/>
                <p:nvPr/>
              </p:nvSpPr>
              <p:spPr>
                <a:xfrm flipH="1">
                  <a:off x="7230575" y="3863002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0" name="Google Shape;4250;p24"/>
                <p:cNvSpPr/>
                <p:nvPr/>
              </p:nvSpPr>
              <p:spPr>
                <a:xfrm flipH="1">
                  <a:off x="7400551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1" name="Google Shape;4251;p24"/>
                <p:cNvSpPr/>
                <p:nvPr/>
              </p:nvSpPr>
              <p:spPr>
                <a:xfrm flipH="1">
                  <a:off x="7485535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2" name="Google Shape;4252;p24"/>
                <p:cNvSpPr/>
                <p:nvPr/>
              </p:nvSpPr>
              <p:spPr>
                <a:xfrm flipH="1">
                  <a:off x="7570520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3" name="Google Shape;4253;p24"/>
                <p:cNvSpPr/>
                <p:nvPr/>
              </p:nvSpPr>
              <p:spPr>
                <a:xfrm flipH="1">
                  <a:off x="7740496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4" name="Google Shape;4254;p24"/>
                <p:cNvSpPr/>
                <p:nvPr/>
              </p:nvSpPr>
              <p:spPr>
                <a:xfrm flipH="1">
                  <a:off x="7825485" y="3767391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5" name="Google Shape;4255;p24"/>
                <p:cNvSpPr/>
                <p:nvPr/>
              </p:nvSpPr>
              <p:spPr>
                <a:xfrm flipH="1">
                  <a:off x="7921094" y="3767391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6" name="Google Shape;4256;p24"/>
                <p:cNvSpPr/>
                <p:nvPr/>
              </p:nvSpPr>
              <p:spPr>
                <a:xfrm flipH="1">
                  <a:off x="7995449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7" name="Google Shape;4257;p24"/>
                <p:cNvSpPr/>
                <p:nvPr/>
              </p:nvSpPr>
              <p:spPr>
                <a:xfrm flipH="1">
                  <a:off x="8080438" y="3767391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8" name="Google Shape;4258;p24"/>
                <p:cNvSpPr/>
                <p:nvPr/>
              </p:nvSpPr>
              <p:spPr>
                <a:xfrm flipH="1">
                  <a:off x="8176054" y="3767391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9" name="Google Shape;4259;p24"/>
                <p:cNvSpPr/>
                <p:nvPr/>
              </p:nvSpPr>
              <p:spPr>
                <a:xfrm flipH="1">
                  <a:off x="8250417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0" name="Google Shape;4260;p24"/>
                <p:cNvSpPr/>
                <p:nvPr/>
              </p:nvSpPr>
              <p:spPr>
                <a:xfrm flipH="1">
                  <a:off x="8335399" y="3767391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1" name="Google Shape;4261;p24"/>
                <p:cNvSpPr/>
                <p:nvPr/>
              </p:nvSpPr>
              <p:spPr>
                <a:xfrm flipH="1">
                  <a:off x="8431015" y="3767391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2" name="Google Shape;4262;p24"/>
                <p:cNvSpPr/>
                <p:nvPr/>
              </p:nvSpPr>
              <p:spPr>
                <a:xfrm flipH="1">
                  <a:off x="8505377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3" name="Google Shape;4263;p24"/>
                <p:cNvSpPr/>
                <p:nvPr/>
              </p:nvSpPr>
              <p:spPr>
                <a:xfrm flipH="1">
                  <a:off x="8590359" y="3767391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4" name="Google Shape;4264;p24"/>
                <p:cNvSpPr/>
                <p:nvPr/>
              </p:nvSpPr>
              <p:spPr>
                <a:xfrm flipH="1">
                  <a:off x="8176054" y="3671779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9525" y="12246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5" name="Google Shape;4265;p24"/>
                <p:cNvSpPr/>
                <p:nvPr/>
              </p:nvSpPr>
              <p:spPr>
                <a:xfrm flipH="1">
                  <a:off x="8250417" y="3671779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6" name="Google Shape;4266;p24"/>
                <p:cNvSpPr/>
                <p:nvPr/>
              </p:nvSpPr>
              <p:spPr>
                <a:xfrm flipH="1">
                  <a:off x="8335399" y="3671779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12245" y="12246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7" name="Google Shape;4267;p24"/>
                <p:cNvSpPr/>
                <p:nvPr/>
              </p:nvSpPr>
              <p:spPr>
                <a:xfrm flipH="1">
                  <a:off x="8431015" y="3671779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9525" y="12246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8" name="Google Shape;4268;p24"/>
                <p:cNvSpPr/>
                <p:nvPr/>
              </p:nvSpPr>
              <p:spPr>
                <a:xfrm flipH="1">
                  <a:off x="8505377" y="3671779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9" name="Google Shape;4269;p24"/>
                <p:cNvSpPr/>
                <p:nvPr/>
              </p:nvSpPr>
              <p:spPr>
                <a:xfrm flipH="1">
                  <a:off x="8590359" y="3671779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2245" y="12246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0" name="Google Shape;4270;p24"/>
                <p:cNvSpPr/>
                <p:nvPr/>
              </p:nvSpPr>
              <p:spPr>
                <a:xfrm flipH="1">
                  <a:off x="8080438" y="3597414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12247" y="952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1" name="Google Shape;4271;p24"/>
                <p:cNvSpPr/>
                <p:nvPr/>
              </p:nvSpPr>
              <p:spPr>
                <a:xfrm flipH="1">
                  <a:off x="8176054" y="359741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2" name="Google Shape;4272;p24"/>
                <p:cNvSpPr/>
                <p:nvPr/>
              </p:nvSpPr>
              <p:spPr>
                <a:xfrm flipH="1">
                  <a:off x="8250417" y="359741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3" name="Google Shape;4273;p24"/>
                <p:cNvSpPr/>
                <p:nvPr/>
              </p:nvSpPr>
              <p:spPr>
                <a:xfrm flipH="1">
                  <a:off x="8335399" y="359741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12245" y="952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4" name="Google Shape;4274;p24"/>
                <p:cNvSpPr/>
                <p:nvPr/>
              </p:nvSpPr>
              <p:spPr>
                <a:xfrm flipH="1">
                  <a:off x="8431015" y="359741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5" name="Google Shape;4275;p24"/>
                <p:cNvSpPr/>
                <p:nvPr/>
              </p:nvSpPr>
              <p:spPr>
                <a:xfrm flipH="1">
                  <a:off x="8505377" y="359741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6" name="Google Shape;4276;p24"/>
                <p:cNvSpPr/>
                <p:nvPr/>
              </p:nvSpPr>
              <p:spPr>
                <a:xfrm flipH="1">
                  <a:off x="8590359" y="359741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7" name="Google Shape;4277;p24"/>
                <p:cNvSpPr/>
                <p:nvPr/>
              </p:nvSpPr>
              <p:spPr>
                <a:xfrm flipH="1">
                  <a:off x="8685973" y="3693026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4" y="952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8" name="Google Shape;4278;p24"/>
                <p:cNvSpPr/>
                <p:nvPr/>
              </p:nvSpPr>
              <p:spPr>
                <a:xfrm flipH="1">
                  <a:off x="8685973" y="3852383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9" name="Google Shape;4279;p24"/>
                <p:cNvSpPr/>
                <p:nvPr/>
              </p:nvSpPr>
              <p:spPr>
                <a:xfrm flipH="1">
                  <a:off x="8685973" y="3937368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0" name="Google Shape;4280;p24"/>
                <p:cNvSpPr/>
                <p:nvPr/>
              </p:nvSpPr>
              <p:spPr>
                <a:xfrm flipH="1">
                  <a:off x="8685973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1" name="Google Shape;4281;p24"/>
                <p:cNvSpPr/>
                <p:nvPr/>
              </p:nvSpPr>
              <p:spPr>
                <a:xfrm flipH="1">
                  <a:off x="8685973" y="4107344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2" name="Google Shape;4282;p24"/>
                <p:cNvSpPr/>
                <p:nvPr/>
              </p:nvSpPr>
              <p:spPr>
                <a:xfrm flipH="1">
                  <a:off x="8685973" y="4192329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3" name="Google Shape;4283;p24"/>
                <p:cNvSpPr/>
                <p:nvPr/>
              </p:nvSpPr>
              <p:spPr>
                <a:xfrm flipH="1">
                  <a:off x="8080438" y="3501811"/>
                  <a:ext cx="95649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4" name="Google Shape;4284;p24"/>
                <p:cNvSpPr/>
                <p:nvPr/>
              </p:nvSpPr>
              <p:spPr>
                <a:xfrm flipH="1">
                  <a:off x="8335399" y="3501811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5" name="Google Shape;4285;p24"/>
                <p:cNvSpPr/>
                <p:nvPr/>
              </p:nvSpPr>
              <p:spPr>
                <a:xfrm flipH="1">
                  <a:off x="8431015" y="3501811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6" name="Google Shape;4286;p24"/>
                <p:cNvSpPr/>
                <p:nvPr/>
              </p:nvSpPr>
              <p:spPr>
                <a:xfrm flipH="1">
                  <a:off x="8505377" y="3501811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7" name="Google Shape;4287;p24"/>
                <p:cNvSpPr/>
                <p:nvPr/>
              </p:nvSpPr>
              <p:spPr>
                <a:xfrm flipH="1">
                  <a:off x="8590359" y="3501811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288" name="Google Shape;4288;p24"/>
            <p:cNvGrpSpPr/>
            <p:nvPr/>
          </p:nvGrpSpPr>
          <p:grpSpPr>
            <a:xfrm>
              <a:off x="414191" y="3387487"/>
              <a:ext cx="636299" cy="675799"/>
              <a:chOff x="6163859" y="4325295"/>
              <a:chExt cx="1007280" cy="1069810"/>
            </a:xfrm>
          </p:grpSpPr>
          <p:sp>
            <p:nvSpPr>
              <p:cNvPr id="4289" name="Google Shape;4289;p24"/>
              <p:cNvSpPr/>
              <p:nvPr/>
            </p:nvSpPr>
            <p:spPr>
              <a:xfrm>
                <a:off x="6719586" y="5332558"/>
                <a:ext cx="62541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0" name="Google Shape;4290;p24"/>
              <p:cNvSpPr/>
              <p:nvPr/>
            </p:nvSpPr>
            <p:spPr>
              <a:xfrm>
                <a:off x="6670963" y="5332558"/>
                <a:ext cx="48644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1" name="Google Shape;4291;p24"/>
              <p:cNvSpPr/>
              <p:nvPr/>
            </p:nvSpPr>
            <p:spPr>
              <a:xfrm>
                <a:off x="6615387" y="5332558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2" name="Google Shape;4292;p24"/>
              <p:cNvSpPr/>
              <p:nvPr/>
            </p:nvSpPr>
            <p:spPr>
              <a:xfrm>
                <a:off x="6552862" y="5332558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3" name="Google Shape;4293;p24"/>
              <p:cNvSpPr/>
              <p:nvPr/>
            </p:nvSpPr>
            <p:spPr>
              <a:xfrm>
                <a:off x="6719586" y="5276982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4" name="Google Shape;4294;p24"/>
              <p:cNvSpPr/>
              <p:nvPr/>
            </p:nvSpPr>
            <p:spPr>
              <a:xfrm>
                <a:off x="6670963" y="5276982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5" name="Google Shape;4295;p24"/>
              <p:cNvSpPr/>
              <p:nvPr/>
            </p:nvSpPr>
            <p:spPr>
              <a:xfrm>
                <a:off x="6615387" y="5276982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6" name="Google Shape;4296;p24"/>
              <p:cNvSpPr/>
              <p:nvPr/>
            </p:nvSpPr>
            <p:spPr>
              <a:xfrm>
                <a:off x="6552862" y="5276982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7" name="Google Shape;4297;p24"/>
              <p:cNvSpPr/>
              <p:nvPr/>
            </p:nvSpPr>
            <p:spPr>
              <a:xfrm>
                <a:off x="6719586" y="5221411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8" name="Google Shape;4298;p24"/>
              <p:cNvSpPr/>
              <p:nvPr/>
            </p:nvSpPr>
            <p:spPr>
              <a:xfrm>
                <a:off x="6670963" y="5221411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9" name="Google Shape;4299;p24"/>
              <p:cNvSpPr/>
              <p:nvPr/>
            </p:nvSpPr>
            <p:spPr>
              <a:xfrm>
                <a:off x="6615387" y="522141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0" name="Google Shape;4300;p24"/>
              <p:cNvSpPr/>
              <p:nvPr/>
            </p:nvSpPr>
            <p:spPr>
              <a:xfrm>
                <a:off x="6552862" y="5221411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1" name="Google Shape;4301;p24"/>
              <p:cNvSpPr/>
              <p:nvPr/>
            </p:nvSpPr>
            <p:spPr>
              <a:xfrm>
                <a:off x="6719586" y="5165834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2" name="Google Shape;4302;p24"/>
              <p:cNvSpPr/>
              <p:nvPr/>
            </p:nvSpPr>
            <p:spPr>
              <a:xfrm>
                <a:off x="6670963" y="5165834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3" name="Google Shape;4303;p24"/>
              <p:cNvSpPr/>
              <p:nvPr/>
            </p:nvSpPr>
            <p:spPr>
              <a:xfrm>
                <a:off x="6615387" y="5165834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4" name="Google Shape;4304;p24"/>
              <p:cNvSpPr/>
              <p:nvPr/>
            </p:nvSpPr>
            <p:spPr>
              <a:xfrm>
                <a:off x="6552862" y="5165834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5" name="Google Shape;4305;p24"/>
              <p:cNvSpPr/>
              <p:nvPr/>
            </p:nvSpPr>
            <p:spPr>
              <a:xfrm>
                <a:off x="6719586" y="5110263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6" name="Google Shape;4306;p24"/>
              <p:cNvSpPr/>
              <p:nvPr/>
            </p:nvSpPr>
            <p:spPr>
              <a:xfrm>
                <a:off x="6670963" y="5110263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7" name="Google Shape;4307;p24"/>
              <p:cNvSpPr/>
              <p:nvPr/>
            </p:nvSpPr>
            <p:spPr>
              <a:xfrm>
                <a:off x="6615387" y="5110263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8" name="Google Shape;4308;p24"/>
              <p:cNvSpPr/>
              <p:nvPr/>
            </p:nvSpPr>
            <p:spPr>
              <a:xfrm>
                <a:off x="6552862" y="5110263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9" name="Google Shape;4309;p24"/>
              <p:cNvSpPr/>
              <p:nvPr/>
            </p:nvSpPr>
            <p:spPr>
              <a:xfrm>
                <a:off x="6837677" y="5054691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0" name="Google Shape;4310;p24"/>
              <p:cNvSpPr/>
              <p:nvPr/>
            </p:nvSpPr>
            <p:spPr>
              <a:xfrm>
                <a:off x="6782101" y="505469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1" name="Google Shape;4311;p24"/>
              <p:cNvSpPr/>
              <p:nvPr/>
            </p:nvSpPr>
            <p:spPr>
              <a:xfrm>
                <a:off x="6719586" y="5054691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2" name="Google Shape;4312;p24"/>
              <p:cNvSpPr/>
              <p:nvPr/>
            </p:nvSpPr>
            <p:spPr>
              <a:xfrm>
                <a:off x="6670963" y="5054691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3" name="Google Shape;4313;p24"/>
              <p:cNvSpPr/>
              <p:nvPr/>
            </p:nvSpPr>
            <p:spPr>
              <a:xfrm>
                <a:off x="6615387" y="505469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4" name="Google Shape;4314;p24"/>
              <p:cNvSpPr/>
              <p:nvPr/>
            </p:nvSpPr>
            <p:spPr>
              <a:xfrm>
                <a:off x="6552862" y="5054691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5" name="Google Shape;4315;p24"/>
              <p:cNvSpPr/>
              <p:nvPr/>
            </p:nvSpPr>
            <p:spPr>
              <a:xfrm>
                <a:off x="6504240" y="5054691"/>
                <a:ext cx="48649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6" name="Google Shape;4316;p24"/>
              <p:cNvSpPr/>
              <p:nvPr/>
            </p:nvSpPr>
            <p:spPr>
              <a:xfrm>
                <a:off x="6448669" y="5054691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7" name="Google Shape;4317;p24"/>
              <p:cNvSpPr/>
              <p:nvPr/>
            </p:nvSpPr>
            <p:spPr>
              <a:xfrm>
                <a:off x="6386148" y="5054691"/>
                <a:ext cx="62546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8" name="Google Shape;4318;p24"/>
              <p:cNvSpPr/>
              <p:nvPr/>
            </p:nvSpPr>
            <p:spPr>
              <a:xfrm>
                <a:off x="6837677" y="499911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9" name="Google Shape;4319;p24"/>
              <p:cNvSpPr/>
              <p:nvPr/>
            </p:nvSpPr>
            <p:spPr>
              <a:xfrm>
                <a:off x="6615387" y="4999115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0" name="Google Shape;4320;p24"/>
              <p:cNvSpPr/>
              <p:nvPr/>
            </p:nvSpPr>
            <p:spPr>
              <a:xfrm>
                <a:off x="6386148" y="4999115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1" name="Google Shape;4321;p24"/>
              <p:cNvSpPr/>
              <p:nvPr/>
            </p:nvSpPr>
            <p:spPr>
              <a:xfrm>
                <a:off x="6837677" y="4943544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2" name="Google Shape;4322;p24"/>
              <p:cNvSpPr/>
              <p:nvPr/>
            </p:nvSpPr>
            <p:spPr>
              <a:xfrm>
                <a:off x="6615387" y="4943544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3" name="Google Shape;4323;p24"/>
              <p:cNvSpPr/>
              <p:nvPr/>
            </p:nvSpPr>
            <p:spPr>
              <a:xfrm>
                <a:off x="6386148" y="4943544"/>
                <a:ext cx="62546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4" name="Google Shape;4324;p24"/>
              <p:cNvSpPr/>
              <p:nvPr/>
            </p:nvSpPr>
            <p:spPr>
              <a:xfrm>
                <a:off x="6837677" y="4887972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5" name="Google Shape;4325;p24"/>
              <p:cNvSpPr/>
              <p:nvPr/>
            </p:nvSpPr>
            <p:spPr>
              <a:xfrm>
                <a:off x="6615387" y="4887972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6" name="Google Shape;4326;p24"/>
              <p:cNvSpPr/>
              <p:nvPr/>
            </p:nvSpPr>
            <p:spPr>
              <a:xfrm>
                <a:off x="6386148" y="4887972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7" name="Google Shape;4327;p24"/>
              <p:cNvSpPr/>
              <p:nvPr/>
            </p:nvSpPr>
            <p:spPr>
              <a:xfrm>
                <a:off x="7059967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8" name="Google Shape;4328;p24"/>
              <p:cNvSpPr/>
              <p:nvPr/>
            </p:nvSpPr>
            <p:spPr>
              <a:xfrm>
                <a:off x="7004396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9" name="Google Shape;4329;p24"/>
              <p:cNvSpPr/>
              <p:nvPr/>
            </p:nvSpPr>
            <p:spPr>
              <a:xfrm>
                <a:off x="6948824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0" name="Google Shape;4330;p24"/>
              <p:cNvSpPr/>
              <p:nvPr/>
            </p:nvSpPr>
            <p:spPr>
              <a:xfrm>
                <a:off x="6893248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1" name="Google Shape;4331;p24"/>
              <p:cNvSpPr/>
              <p:nvPr/>
            </p:nvSpPr>
            <p:spPr>
              <a:xfrm>
                <a:off x="6837677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2" name="Google Shape;4332;p24"/>
              <p:cNvSpPr/>
              <p:nvPr/>
            </p:nvSpPr>
            <p:spPr>
              <a:xfrm>
                <a:off x="6782101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3" name="Google Shape;4333;p24"/>
              <p:cNvSpPr/>
              <p:nvPr/>
            </p:nvSpPr>
            <p:spPr>
              <a:xfrm>
                <a:off x="6719586" y="4832401"/>
                <a:ext cx="62541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4" name="Google Shape;4334;p24"/>
              <p:cNvSpPr/>
              <p:nvPr/>
            </p:nvSpPr>
            <p:spPr>
              <a:xfrm>
                <a:off x="6670963" y="4832401"/>
                <a:ext cx="48644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5" name="Google Shape;4335;p24"/>
              <p:cNvSpPr/>
              <p:nvPr/>
            </p:nvSpPr>
            <p:spPr>
              <a:xfrm>
                <a:off x="6615387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6" name="Google Shape;4336;p24"/>
              <p:cNvSpPr/>
              <p:nvPr/>
            </p:nvSpPr>
            <p:spPr>
              <a:xfrm>
                <a:off x="6552862" y="4832401"/>
                <a:ext cx="62552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7" name="Google Shape;4337;p24"/>
              <p:cNvSpPr/>
              <p:nvPr/>
            </p:nvSpPr>
            <p:spPr>
              <a:xfrm>
                <a:off x="6504240" y="4832401"/>
                <a:ext cx="48649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8" name="Google Shape;4338;p24"/>
              <p:cNvSpPr/>
              <p:nvPr/>
            </p:nvSpPr>
            <p:spPr>
              <a:xfrm>
                <a:off x="6448669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9" name="Google Shape;4339;p24"/>
              <p:cNvSpPr/>
              <p:nvPr/>
            </p:nvSpPr>
            <p:spPr>
              <a:xfrm>
                <a:off x="6386148" y="4832401"/>
                <a:ext cx="62546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0" name="Google Shape;4340;p24"/>
              <p:cNvSpPr/>
              <p:nvPr/>
            </p:nvSpPr>
            <p:spPr>
              <a:xfrm>
                <a:off x="6337521" y="4832401"/>
                <a:ext cx="48649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1" name="Google Shape;4341;p24"/>
              <p:cNvSpPr/>
              <p:nvPr/>
            </p:nvSpPr>
            <p:spPr>
              <a:xfrm>
                <a:off x="6281950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2" name="Google Shape;4342;p24"/>
              <p:cNvSpPr/>
              <p:nvPr/>
            </p:nvSpPr>
            <p:spPr>
              <a:xfrm>
                <a:off x="6219430" y="4832401"/>
                <a:ext cx="62546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3" name="Google Shape;4343;p24"/>
              <p:cNvSpPr/>
              <p:nvPr/>
            </p:nvSpPr>
            <p:spPr>
              <a:xfrm>
                <a:off x="7059967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4" name="Google Shape;4344;p24"/>
              <p:cNvSpPr/>
              <p:nvPr/>
            </p:nvSpPr>
            <p:spPr>
              <a:xfrm>
                <a:off x="7004396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5" name="Google Shape;4345;p24"/>
              <p:cNvSpPr/>
              <p:nvPr/>
            </p:nvSpPr>
            <p:spPr>
              <a:xfrm>
                <a:off x="6948824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6" name="Google Shape;4346;p24"/>
              <p:cNvSpPr/>
              <p:nvPr/>
            </p:nvSpPr>
            <p:spPr>
              <a:xfrm>
                <a:off x="6893248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7" name="Google Shape;4347;p24"/>
              <p:cNvSpPr/>
              <p:nvPr/>
            </p:nvSpPr>
            <p:spPr>
              <a:xfrm>
                <a:off x="6837677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8" name="Google Shape;4348;p24"/>
              <p:cNvSpPr/>
              <p:nvPr/>
            </p:nvSpPr>
            <p:spPr>
              <a:xfrm>
                <a:off x="6782101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9" name="Google Shape;4349;p24"/>
              <p:cNvSpPr/>
              <p:nvPr/>
            </p:nvSpPr>
            <p:spPr>
              <a:xfrm>
                <a:off x="6719586" y="4769881"/>
                <a:ext cx="62541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0" name="Google Shape;4350;p24"/>
              <p:cNvSpPr/>
              <p:nvPr/>
            </p:nvSpPr>
            <p:spPr>
              <a:xfrm>
                <a:off x="6670963" y="4769881"/>
                <a:ext cx="48644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1" name="Google Shape;4351;p24"/>
              <p:cNvSpPr/>
              <p:nvPr/>
            </p:nvSpPr>
            <p:spPr>
              <a:xfrm>
                <a:off x="6615387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2" name="Google Shape;4352;p24"/>
              <p:cNvSpPr/>
              <p:nvPr/>
            </p:nvSpPr>
            <p:spPr>
              <a:xfrm>
                <a:off x="6552862" y="4769881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3" name="Google Shape;4353;p24"/>
              <p:cNvSpPr/>
              <p:nvPr/>
            </p:nvSpPr>
            <p:spPr>
              <a:xfrm>
                <a:off x="6504240" y="4769881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4" name="Google Shape;4354;p24"/>
              <p:cNvSpPr/>
              <p:nvPr/>
            </p:nvSpPr>
            <p:spPr>
              <a:xfrm>
                <a:off x="6448669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5" name="Google Shape;4355;p24"/>
              <p:cNvSpPr/>
              <p:nvPr/>
            </p:nvSpPr>
            <p:spPr>
              <a:xfrm>
                <a:off x="6386148" y="4769881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6" name="Google Shape;4356;p24"/>
              <p:cNvSpPr/>
              <p:nvPr/>
            </p:nvSpPr>
            <p:spPr>
              <a:xfrm>
                <a:off x="6337521" y="4769881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7" name="Google Shape;4357;p24"/>
              <p:cNvSpPr/>
              <p:nvPr/>
            </p:nvSpPr>
            <p:spPr>
              <a:xfrm>
                <a:off x="6281950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8" name="Google Shape;4358;p24"/>
              <p:cNvSpPr/>
              <p:nvPr/>
            </p:nvSpPr>
            <p:spPr>
              <a:xfrm>
                <a:off x="6219430" y="4769881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9" name="Google Shape;4359;p24"/>
              <p:cNvSpPr/>
              <p:nvPr/>
            </p:nvSpPr>
            <p:spPr>
              <a:xfrm>
                <a:off x="7059967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0" name="Google Shape;4360;p24"/>
              <p:cNvSpPr/>
              <p:nvPr/>
            </p:nvSpPr>
            <p:spPr>
              <a:xfrm>
                <a:off x="7004396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1" name="Google Shape;4361;p24"/>
              <p:cNvSpPr/>
              <p:nvPr/>
            </p:nvSpPr>
            <p:spPr>
              <a:xfrm>
                <a:off x="6948824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2" name="Google Shape;4362;p24"/>
              <p:cNvSpPr/>
              <p:nvPr/>
            </p:nvSpPr>
            <p:spPr>
              <a:xfrm>
                <a:off x="6893248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3" name="Google Shape;4363;p24"/>
              <p:cNvSpPr/>
              <p:nvPr/>
            </p:nvSpPr>
            <p:spPr>
              <a:xfrm>
                <a:off x="6837677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4" name="Google Shape;4364;p24"/>
              <p:cNvSpPr/>
              <p:nvPr/>
            </p:nvSpPr>
            <p:spPr>
              <a:xfrm>
                <a:off x="6782101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5" name="Google Shape;4365;p24"/>
              <p:cNvSpPr/>
              <p:nvPr/>
            </p:nvSpPr>
            <p:spPr>
              <a:xfrm>
                <a:off x="6719586" y="4721253"/>
                <a:ext cx="62541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6" name="Google Shape;4366;p24"/>
              <p:cNvSpPr/>
              <p:nvPr/>
            </p:nvSpPr>
            <p:spPr>
              <a:xfrm>
                <a:off x="6670963" y="4721253"/>
                <a:ext cx="48644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7" name="Google Shape;4367;p24"/>
              <p:cNvSpPr/>
              <p:nvPr/>
            </p:nvSpPr>
            <p:spPr>
              <a:xfrm>
                <a:off x="6615387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8" name="Google Shape;4368;p24"/>
              <p:cNvSpPr/>
              <p:nvPr/>
            </p:nvSpPr>
            <p:spPr>
              <a:xfrm>
                <a:off x="6552862" y="4721253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9" name="Google Shape;4369;p24"/>
              <p:cNvSpPr/>
              <p:nvPr/>
            </p:nvSpPr>
            <p:spPr>
              <a:xfrm>
                <a:off x="6504240" y="4721253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0" name="Google Shape;4370;p24"/>
              <p:cNvSpPr/>
              <p:nvPr/>
            </p:nvSpPr>
            <p:spPr>
              <a:xfrm>
                <a:off x="6448669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1" name="Google Shape;4371;p24"/>
              <p:cNvSpPr/>
              <p:nvPr/>
            </p:nvSpPr>
            <p:spPr>
              <a:xfrm>
                <a:off x="6386148" y="4721253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2" name="Google Shape;4372;p24"/>
              <p:cNvSpPr/>
              <p:nvPr/>
            </p:nvSpPr>
            <p:spPr>
              <a:xfrm>
                <a:off x="6337521" y="4721253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3" name="Google Shape;4373;p24"/>
              <p:cNvSpPr/>
              <p:nvPr/>
            </p:nvSpPr>
            <p:spPr>
              <a:xfrm>
                <a:off x="6281950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4" name="Google Shape;4374;p24"/>
              <p:cNvSpPr/>
              <p:nvPr/>
            </p:nvSpPr>
            <p:spPr>
              <a:xfrm>
                <a:off x="6219430" y="4721253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5" name="Google Shape;4375;p24"/>
              <p:cNvSpPr/>
              <p:nvPr/>
            </p:nvSpPr>
            <p:spPr>
              <a:xfrm>
                <a:off x="7059967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6" name="Google Shape;4376;p24"/>
              <p:cNvSpPr/>
              <p:nvPr/>
            </p:nvSpPr>
            <p:spPr>
              <a:xfrm>
                <a:off x="7004396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7" name="Google Shape;4377;p24"/>
              <p:cNvSpPr/>
              <p:nvPr/>
            </p:nvSpPr>
            <p:spPr>
              <a:xfrm>
                <a:off x="6948824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8" name="Google Shape;4378;p24"/>
              <p:cNvSpPr/>
              <p:nvPr/>
            </p:nvSpPr>
            <p:spPr>
              <a:xfrm>
                <a:off x="6893248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9" name="Google Shape;4379;p24"/>
              <p:cNvSpPr/>
              <p:nvPr/>
            </p:nvSpPr>
            <p:spPr>
              <a:xfrm>
                <a:off x="6837677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0" name="Google Shape;4380;p24"/>
              <p:cNvSpPr/>
              <p:nvPr/>
            </p:nvSpPr>
            <p:spPr>
              <a:xfrm>
                <a:off x="6782101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1" name="Google Shape;4381;p24"/>
              <p:cNvSpPr/>
              <p:nvPr/>
            </p:nvSpPr>
            <p:spPr>
              <a:xfrm>
                <a:off x="6719586" y="4665677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2" name="Google Shape;4382;p24"/>
              <p:cNvSpPr/>
              <p:nvPr/>
            </p:nvSpPr>
            <p:spPr>
              <a:xfrm>
                <a:off x="6670963" y="4665677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3" name="Google Shape;4383;p24"/>
              <p:cNvSpPr/>
              <p:nvPr/>
            </p:nvSpPr>
            <p:spPr>
              <a:xfrm>
                <a:off x="6615387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4" name="Google Shape;4384;p24"/>
              <p:cNvSpPr/>
              <p:nvPr/>
            </p:nvSpPr>
            <p:spPr>
              <a:xfrm>
                <a:off x="6552862" y="4665677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5" name="Google Shape;4385;p24"/>
              <p:cNvSpPr/>
              <p:nvPr/>
            </p:nvSpPr>
            <p:spPr>
              <a:xfrm>
                <a:off x="6504240" y="4665677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6" name="Google Shape;4386;p24"/>
              <p:cNvSpPr/>
              <p:nvPr/>
            </p:nvSpPr>
            <p:spPr>
              <a:xfrm>
                <a:off x="6448669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7" name="Google Shape;4387;p24"/>
              <p:cNvSpPr/>
              <p:nvPr/>
            </p:nvSpPr>
            <p:spPr>
              <a:xfrm>
                <a:off x="6386148" y="4665677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8" name="Google Shape;4388;p24"/>
              <p:cNvSpPr/>
              <p:nvPr/>
            </p:nvSpPr>
            <p:spPr>
              <a:xfrm>
                <a:off x="6337521" y="4665677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9" name="Google Shape;4389;p24"/>
              <p:cNvSpPr/>
              <p:nvPr/>
            </p:nvSpPr>
            <p:spPr>
              <a:xfrm>
                <a:off x="6281950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0" name="Google Shape;4390;p24"/>
              <p:cNvSpPr/>
              <p:nvPr/>
            </p:nvSpPr>
            <p:spPr>
              <a:xfrm>
                <a:off x="6219430" y="4665677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1" name="Google Shape;4391;p24"/>
              <p:cNvSpPr/>
              <p:nvPr/>
            </p:nvSpPr>
            <p:spPr>
              <a:xfrm>
                <a:off x="7059967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2" name="Google Shape;4392;p24"/>
              <p:cNvSpPr/>
              <p:nvPr/>
            </p:nvSpPr>
            <p:spPr>
              <a:xfrm>
                <a:off x="7004396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3" name="Google Shape;4393;p24"/>
              <p:cNvSpPr/>
              <p:nvPr/>
            </p:nvSpPr>
            <p:spPr>
              <a:xfrm>
                <a:off x="6948824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4" name="Google Shape;4394;p24"/>
              <p:cNvSpPr/>
              <p:nvPr/>
            </p:nvSpPr>
            <p:spPr>
              <a:xfrm>
                <a:off x="6893248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5" name="Google Shape;4395;p24"/>
              <p:cNvSpPr/>
              <p:nvPr/>
            </p:nvSpPr>
            <p:spPr>
              <a:xfrm>
                <a:off x="6837677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6" name="Google Shape;4396;p24"/>
              <p:cNvSpPr/>
              <p:nvPr/>
            </p:nvSpPr>
            <p:spPr>
              <a:xfrm>
                <a:off x="6782101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7" name="Google Shape;4397;p24"/>
              <p:cNvSpPr/>
              <p:nvPr/>
            </p:nvSpPr>
            <p:spPr>
              <a:xfrm>
                <a:off x="6719586" y="4603162"/>
                <a:ext cx="62541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8" name="Google Shape;4398;p24"/>
              <p:cNvSpPr/>
              <p:nvPr/>
            </p:nvSpPr>
            <p:spPr>
              <a:xfrm>
                <a:off x="6670963" y="4603162"/>
                <a:ext cx="48644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9" name="Google Shape;4399;p24"/>
              <p:cNvSpPr/>
              <p:nvPr/>
            </p:nvSpPr>
            <p:spPr>
              <a:xfrm>
                <a:off x="6615387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0" name="Google Shape;4400;p24"/>
              <p:cNvSpPr/>
              <p:nvPr/>
            </p:nvSpPr>
            <p:spPr>
              <a:xfrm>
                <a:off x="6552862" y="4603162"/>
                <a:ext cx="62552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1" name="Google Shape;4401;p24"/>
              <p:cNvSpPr/>
              <p:nvPr/>
            </p:nvSpPr>
            <p:spPr>
              <a:xfrm>
                <a:off x="6504240" y="4603162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2" name="Google Shape;4402;p24"/>
              <p:cNvSpPr/>
              <p:nvPr/>
            </p:nvSpPr>
            <p:spPr>
              <a:xfrm>
                <a:off x="6448669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3" name="Google Shape;4403;p24"/>
              <p:cNvSpPr/>
              <p:nvPr/>
            </p:nvSpPr>
            <p:spPr>
              <a:xfrm>
                <a:off x="6386148" y="4603162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4" name="Google Shape;4404;p24"/>
              <p:cNvSpPr/>
              <p:nvPr/>
            </p:nvSpPr>
            <p:spPr>
              <a:xfrm>
                <a:off x="6337521" y="4603162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5" name="Google Shape;4405;p24"/>
              <p:cNvSpPr/>
              <p:nvPr/>
            </p:nvSpPr>
            <p:spPr>
              <a:xfrm>
                <a:off x="6281950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6" name="Google Shape;4406;p24"/>
              <p:cNvSpPr/>
              <p:nvPr/>
            </p:nvSpPr>
            <p:spPr>
              <a:xfrm>
                <a:off x="6219430" y="4603162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7" name="Google Shape;4407;p24"/>
              <p:cNvSpPr/>
              <p:nvPr/>
            </p:nvSpPr>
            <p:spPr>
              <a:xfrm>
                <a:off x="7059967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8" name="Google Shape;4408;p24"/>
              <p:cNvSpPr/>
              <p:nvPr/>
            </p:nvSpPr>
            <p:spPr>
              <a:xfrm>
                <a:off x="7004396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9" name="Google Shape;4409;p24"/>
              <p:cNvSpPr/>
              <p:nvPr/>
            </p:nvSpPr>
            <p:spPr>
              <a:xfrm>
                <a:off x="6948824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0" name="Google Shape;4410;p24"/>
              <p:cNvSpPr/>
              <p:nvPr/>
            </p:nvSpPr>
            <p:spPr>
              <a:xfrm>
                <a:off x="6893248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1" name="Google Shape;4411;p24"/>
              <p:cNvSpPr/>
              <p:nvPr/>
            </p:nvSpPr>
            <p:spPr>
              <a:xfrm>
                <a:off x="6837677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2" name="Google Shape;4412;p24"/>
              <p:cNvSpPr/>
              <p:nvPr/>
            </p:nvSpPr>
            <p:spPr>
              <a:xfrm>
                <a:off x="6782101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3" name="Google Shape;4413;p24"/>
              <p:cNvSpPr/>
              <p:nvPr/>
            </p:nvSpPr>
            <p:spPr>
              <a:xfrm>
                <a:off x="6719586" y="4554534"/>
                <a:ext cx="62541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4" name="Google Shape;4414;p24"/>
              <p:cNvSpPr/>
              <p:nvPr/>
            </p:nvSpPr>
            <p:spPr>
              <a:xfrm>
                <a:off x="6670963" y="4554534"/>
                <a:ext cx="48644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5" name="Google Shape;4415;p24"/>
              <p:cNvSpPr/>
              <p:nvPr/>
            </p:nvSpPr>
            <p:spPr>
              <a:xfrm>
                <a:off x="6615387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6" name="Google Shape;4416;p24"/>
              <p:cNvSpPr/>
              <p:nvPr/>
            </p:nvSpPr>
            <p:spPr>
              <a:xfrm>
                <a:off x="6552862" y="4554534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7" name="Google Shape;4417;p24"/>
              <p:cNvSpPr/>
              <p:nvPr/>
            </p:nvSpPr>
            <p:spPr>
              <a:xfrm>
                <a:off x="6504240" y="4554534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8" name="Google Shape;4418;p24"/>
              <p:cNvSpPr/>
              <p:nvPr/>
            </p:nvSpPr>
            <p:spPr>
              <a:xfrm>
                <a:off x="6448669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9" name="Google Shape;4419;p24"/>
              <p:cNvSpPr/>
              <p:nvPr/>
            </p:nvSpPr>
            <p:spPr>
              <a:xfrm>
                <a:off x="6386148" y="4554534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0" name="Google Shape;4420;p24"/>
              <p:cNvSpPr/>
              <p:nvPr/>
            </p:nvSpPr>
            <p:spPr>
              <a:xfrm>
                <a:off x="6337521" y="4554534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1" name="Google Shape;4421;p24"/>
              <p:cNvSpPr/>
              <p:nvPr/>
            </p:nvSpPr>
            <p:spPr>
              <a:xfrm>
                <a:off x="6281950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2" name="Google Shape;4422;p24"/>
              <p:cNvSpPr/>
              <p:nvPr/>
            </p:nvSpPr>
            <p:spPr>
              <a:xfrm>
                <a:off x="6219430" y="4554534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3" name="Google Shape;4423;p24"/>
              <p:cNvSpPr/>
              <p:nvPr/>
            </p:nvSpPr>
            <p:spPr>
              <a:xfrm>
                <a:off x="7059967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4" name="Google Shape;4424;p24"/>
              <p:cNvSpPr/>
              <p:nvPr/>
            </p:nvSpPr>
            <p:spPr>
              <a:xfrm>
                <a:off x="7115543" y="477682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5" name="Google Shape;4425;p24"/>
              <p:cNvSpPr/>
              <p:nvPr/>
            </p:nvSpPr>
            <p:spPr>
              <a:xfrm>
                <a:off x="7115543" y="4728197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6" name="Google Shape;4426;p24"/>
              <p:cNvSpPr/>
              <p:nvPr/>
            </p:nvSpPr>
            <p:spPr>
              <a:xfrm>
                <a:off x="7115543" y="466567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7" name="Google Shape;4427;p24"/>
              <p:cNvSpPr/>
              <p:nvPr/>
            </p:nvSpPr>
            <p:spPr>
              <a:xfrm>
                <a:off x="7115543" y="4610106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8" name="Google Shape;4428;p24"/>
              <p:cNvSpPr/>
              <p:nvPr/>
            </p:nvSpPr>
            <p:spPr>
              <a:xfrm>
                <a:off x="7115543" y="4561478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9" name="Google Shape;4429;p24"/>
              <p:cNvSpPr/>
              <p:nvPr/>
            </p:nvSpPr>
            <p:spPr>
              <a:xfrm>
                <a:off x="7004396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0" name="Google Shape;4430;p24"/>
              <p:cNvSpPr/>
              <p:nvPr/>
            </p:nvSpPr>
            <p:spPr>
              <a:xfrm>
                <a:off x="6948824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1" name="Google Shape;4431;p24"/>
              <p:cNvSpPr/>
              <p:nvPr/>
            </p:nvSpPr>
            <p:spPr>
              <a:xfrm>
                <a:off x="6893248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2" name="Google Shape;4432;p24"/>
              <p:cNvSpPr/>
              <p:nvPr/>
            </p:nvSpPr>
            <p:spPr>
              <a:xfrm>
                <a:off x="6837677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3" name="Google Shape;4433;p24"/>
              <p:cNvSpPr/>
              <p:nvPr/>
            </p:nvSpPr>
            <p:spPr>
              <a:xfrm>
                <a:off x="6782101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4" name="Google Shape;4434;p24"/>
              <p:cNvSpPr/>
              <p:nvPr/>
            </p:nvSpPr>
            <p:spPr>
              <a:xfrm>
                <a:off x="6719586" y="4498958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5" name="Google Shape;4435;p24"/>
              <p:cNvSpPr/>
              <p:nvPr/>
            </p:nvSpPr>
            <p:spPr>
              <a:xfrm>
                <a:off x="6670963" y="4498958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6" name="Google Shape;4436;p24"/>
              <p:cNvSpPr/>
              <p:nvPr/>
            </p:nvSpPr>
            <p:spPr>
              <a:xfrm>
                <a:off x="6615387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7" name="Google Shape;4437;p24"/>
              <p:cNvSpPr/>
              <p:nvPr/>
            </p:nvSpPr>
            <p:spPr>
              <a:xfrm>
                <a:off x="6552862" y="4498958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8" name="Google Shape;4438;p24"/>
              <p:cNvSpPr/>
              <p:nvPr/>
            </p:nvSpPr>
            <p:spPr>
              <a:xfrm>
                <a:off x="6504240" y="4498958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9" name="Google Shape;4439;p24"/>
              <p:cNvSpPr/>
              <p:nvPr/>
            </p:nvSpPr>
            <p:spPr>
              <a:xfrm>
                <a:off x="6448669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0" name="Google Shape;4440;p24"/>
              <p:cNvSpPr/>
              <p:nvPr/>
            </p:nvSpPr>
            <p:spPr>
              <a:xfrm>
                <a:off x="6386148" y="4498958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1" name="Google Shape;4441;p24"/>
              <p:cNvSpPr/>
              <p:nvPr/>
            </p:nvSpPr>
            <p:spPr>
              <a:xfrm>
                <a:off x="6337521" y="4498958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2" name="Google Shape;4442;p24"/>
              <p:cNvSpPr/>
              <p:nvPr/>
            </p:nvSpPr>
            <p:spPr>
              <a:xfrm>
                <a:off x="6281950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3" name="Google Shape;4443;p24"/>
              <p:cNvSpPr/>
              <p:nvPr/>
            </p:nvSpPr>
            <p:spPr>
              <a:xfrm>
                <a:off x="6219430" y="4498958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4" name="Google Shape;4444;p24"/>
              <p:cNvSpPr/>
              <p:nvPr/>
            </p:nvSpPr>
            <p:spPr>
              <a:xfrm>
                <a:off x="6552862" y="4436437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7" y="12246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5" name="Google Shape;4445;p24"/>
              <p:cNvSpPr/>
              <p:nvPr/>
            </p:nvSpPr>
            <p:spPr>
              <a:xfrm>
                <a:off x="6504240" y="4436437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6" name="Google Shape;4446;p24"/>
              <p:cNvSpPr/>
              <p:nvPr/>
            </p:nvSpPr>
            <p:spPr>
              <a:xfrm>
                <a:off x="6448669" y="443643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7" name="Google Shape;4447;p24"/>
              <p:cNvSpPr/>
              <p:nvPr/>
            </p:nvSpPr>
            <p:spPr>
              <a:xfrm>
                <a:off x="6386148" y="4436437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8" name="Google Shape;4448;p24"/>
              <p:cNvSpPr/>
              <p:nvPr/>
            </p:nvSpPr>
            <p:spPr>
              <a:xfrm>
                <a:off x="6337521" y="4436437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9" name="Google Shape;4449;p24"/>
              <p:cNvSpPr/>
              <p:nvPr/>
            </p:nvSpPr>
            <p:spPr>
              <a:xfrm>
                <a:off x="6281950" y="443643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0" name="Google Shape;4450;p24"/>
              <p:cNvSpPr/>
              <p:nvPr/>
            </p:nvSpPr>
            <p:spPr>
              <a:xfrm>
                <a:off x="6219430" y="4436437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1" name="Google Shape;4451;p24"/>
              <p:cNvSpPr/>
              <p:nvPr/>
            </p:nvSpPr>
            <p:spPr>
              <a:xfrm>
                <a:off x="6552862" y="4387810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2" name="Google Shape;4452;p24"/>
              <p:cNvSpPr/>
              <p:nvPr/>
            </p:nvSpPr>
            <p:spPr>
              <a:xfrm>
                <a:off x="6504240" y="4387810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3" name="Google Shape;4453;p24"/>
              <p:cNvSpPr/>
              <p:nvPr/>
            </p:nvSpPr>
            <p:spPr>
              <a:xfrm>
                <a:off x="6448669" y="438781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4" name="Google Shape;4454;p24"/>
              <p:cNvSpPr/>
              <p:nvPr/>
            </p:nvSpPr>
            <p:spPr>
              <a:xfrm>
                <a:off x="6386148" y="4387810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5" name="Google Shape;4455;p24"/>
              <p:cNvSpPr/>
              <p:nvPr/>
            </p:nvSpPr>
            <p:spPr>
              <a:xfrm>
                <a:off x="6337521" y="4387810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6" name="Google Shape;4456;p24"/>
              <p:cNvSpPr/>
              <p:nvPr/>
            </p:nvSpPr>
            <p:spPr>
              <a:xfrm>
                <a:off x="6281950" y="438781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7" name="Google Shape;4457;p24"/>
              <p:cNvSpPr/>
              <p:nvPr/>
            </p:nvSpPr>
            <p:spPr>
              <a:xfrm>
                <a:off x="6219430" y="4387810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8" name="Google Shape;4458;p24"/>
              <p:cNvSpPr/>
              <p:nvPr/>
            </p:nvSpPr>
            <p:spPr>
              <a:xfrm>
                <a:off x="6163859" y="4387810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9" name="Google Shape;4459;p24"/>
              <p:cNvSpPr/>
              <p:nvPr/>
            </p:nvSpPr>
            <p:spPr>
              <a:xfrm>
                <a:off x="6163859" y="445033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0" name="Google Shape;4460;p24"/>
              <p:cNvSpPr/>
              <p:nvPr/>
            </p:nvSpPr>
            <p:spPr>
              <a:xfrm>
                <a:off x="6163859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1" name="Google Shape;4461;p24"/>
              <p:cNvSpPr/>
              <p:nvPr/>
            </p:nvSpPr>
            <p:spPr>
              <a:xfrm>
                <a:off x="6163859" y="4554534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2" name="Google Shape;4462;p24"/>
              <p:cNvSpPr/>
              <p:nvPr/>
            </p:nvSpPr>
            <p:spPr>
              <a:xfrm>
                <a:off x="6163859" y="4610106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3" name="Google Shape;4463;p24"/>
              <p:cNvSpPr/>
              <p:nvPr/>
            </p:nvSpPr>
            <p:spPr>
              <a:xfrm>
                <a:off x="6163859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4" name="Google Shape;4464;p24"/>
              <p:cNvSpPr/>
              <p:nvPr/>
            </p:nvSpPr>
            <p:spPr>
              <a:xfrm>
                <a:off x="6163859" y="4721253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5" name="Google Shape;4465;p24"/>
              <p:cNvSpPr/>
              <p:nvPr/>
            </p:nvSpPr>
            <p:spPr>
              <a:xfrm>
                <a:off x="6163859" y="477682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6" name="Google Shape;4466;p24"/>
              <p:cNvSpPr/>
              <p:nvPr/>
            </p:nvSpPr>
            <p:spPr>
              <a:xfrm>
                <a:off x="6552862" y="4325295"/>
                <a:ext cx="62552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7" name="Google Shape;4467;p24"/>
              <p:cNvSpPr/>
              <p:nvPr/>
            </p:nvSpPr>
            <p:spPr>
              <a:xfrm>
                <a:off x="6504240" y="4325295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8" name="Google Shape;4468;p24"/>
              <p:cNvSpPr/>
              <p:nvPr/>
            </p:nvSpPr>
            <p:spPr>
              <a:xfrm>
                <a:off x="6448669" y="4325295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9" name="Google Shape;4469;p24"/>
              <p:cNvSpPr/>
              <p:nvPr/>
            </p:nvSpPr>
            <p:spPr>
              <a:xfrm>
                <a:off x="6386148" y="4325295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0" name="Google Shape;4470;p24"/>
              <p:cNvSpPr/>
              <p:nvPr/>
            </p:nvSpPr>
            <p:spPr>
              <a:xfrm>
                <a:off x="6337521" y="4325295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1" name="Google Shape;4471;p24"/>
              <p:cNvSpPr/>
              <p:nvPr/>
            </p:nvSpPr>
            <p:spPr>
              <a:xfrm>
                <a:off x="6281950" y="4325295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2" name="Google Shape;4472;p24"/>
              <p:cNvSpPr/>
              <p:nvPr/>
            </p:nvSpPr>
            <p:spPr>
              <a:xfrm>
                <a:off x="6219430" y="4325295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73" name="Google Shape;4473;p24"/>
            <p:cNvGrpSpPr/>
            <p:nvPr/>
          </p:nvGrpSpPr>
          <p:grpSpPr>
            <a:xfrm flipH="1">
              <a:off x="0" y="1474590"/>
              <a:ext cx="9144000" cy="3853085"/>
              <a:chOff x="0" y="1474590"/>
              <a:chExt cx="9144000" cy="3853085"/>
            </a:xfrm>
          </p:grpSpPr>
          <p:sp>
            <p:nvSpPr>
              <p:cNvPr id="4474" name="Google Shape;4474;p24"/>
              <p:cNvSpPr/>
              <p:nvPr/>
            </p:nvSpPr>
            <p:spPr>
              <a:xfrm>
                <a:off x="0" y="4025575"/>
                <a:ext cx="91440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5" name="Google Shape;4475;p24"/>
              <p:cNvSpPr/>
              <p:nvPr/>
            </p:nvSpPr>
            <p:spPr>
              <a:xfrm>
                <a:off x="0" y="4598775"/>
                <a:ext cx="91440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6" name="Google Shape;4476;p24"/>
              <p:cNvSpPr/>
              <p:nvPr/>
            </p:nvSpPr>
            <p:spPr>
              <a:xfrm>
                <a:off x="0" y="4760675"/>
                <a:ext cx="9144000" cy="5670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7" name="Google Shape;4477;p24"/>
              <p:cNvSpPr/>
              <p:nvPr/>
            </p:nvSpPr>
            <p:spPr>
              <a:xfrm>
                <a:off x="0" y="1475275"/>
                <a:ext cx="16116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8" name="Google Shape;4478;p24"/>
              <p:cNvSpPr/>
              <p:nvPr/>
            </p:nvSpPr>
            <p:spPr>
              <a:xfrm>
                <a:off x="0" y="2048475"/>
                <a:ext cx="16116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9" name="Google Shape;4479;p24"/>
              <p:cNvSpPr/>
              <p:nvPr/>
            </p:nvSpPr>
            <p:spPr>
              <a:xfrm>
                <a:off x="0" y="2204175"/>
                <a:ext cx="1611600" cy="1821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480" name="Google Shape;4480;p24"/>
              <p:cNvGrpSpPr/>
              <p:nvPr/>
            </p:nvGrpSpPr>
            <p:grpSpPr>
              <a:xfrm>
                <a:off x="514651" y="1474590"/>
                <a:ext cx="582277" cy="2550888"/>
                <a:chOff x="573900" y="1154950"/>
                <a:chExt cx="538000" cy="2396100"/>
              </a:xfrm>
            </p:grpSpPr>
            <p:sp>
              <p:nvSpPr>
                <p:cNvPr id="4481" name="Google Shape;4481;p24"/>
                <p:cNvSpPr/>
                <p:nvPr/>
              </p:nvSpPr>
              <p:spPr>
                <a:xfrm>
                  <a:off x="573900" y="1154950"/>
                  <a:ext cx="71700" cy="2396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2" name="Google Shape;4482;p24"/>
                <p:cNvSpPr/>
                <p:nvPr/>
              </p:nvSpPr>
              <p:spPr>
                <a:xfrm>
                  <a:off x="1040200" y="1154950"/>
                  <a:ext cx="71700" cy="2396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3" name="Google Shape;4483;p24"/>
                <p:cNvSpPr/>
                <p:nvPr/>
              </p:nvSpPr>
              <p:spPr>
                <a:xfrm>
                  <a:off x="595400" y="137738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4" name="Google Shape;4484;p24"/>
                <p:cNvSpPr/>
                <p:nvPr/>
              </p:nvSpPr>
              <p:spPr>
                <a:xfrm>
                  <a:off x="595400" y="175401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5" name="Google Shape;4485;p24"/>
                <p:cNvSpPr/>
                <p:nvPr/>
              </p:nvSpPr>
              <p:spPr>
                <a:xfrm>
                  <a:off x="613325" y="213063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6" name="Google Shape;4486;p24"/>
                <p:cNvSpPr/>
                <p:nvPr/>
              </p:nvSpPr>
              <p:spPr>
                <a:xfrm>
                  <a:off x="595400" y="250726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7" name="Google Shape;4487;p24"/>
                <p:cNvSpPr/>
                <p:nvPr/>
              </p:nvSpPr>
              <p:spPr>
                <a:xfrm>
                  <a:off x="595400" y="288388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8" name="Google Shape;4488;p24"/>
                <p:cNvSpPr/>
                <p:nvPr/>
              </p:nvSpPr>
              <p:spPr>
                <a:xfrm>
                  <a:off x="613325" y="326051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489" name="Google Shape;4489;p24"/>
            <p:cNvSpPr/>
            <p:nvPr/>
          </p:nvSpPr>
          <p:spPr>
            <a:xfrm>
              <a:off x="4159775" y="4005175"/>
              <a:ext cx="1250700" cy="1322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spTree>
      <p:nvGrpSpPr>
        <p:cNvPr id="1" name="Shape 4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1" name="Google Shape;4491;p25"/>
          <p:cNvGrpSpPr/>
          <p:nvPr/>
        </p:nvGrpSpPr>
        <p:grpSpPr>
          <a:xfrm flipH="1">
            <a:off x="8293513" y="2942503"/>
            <a:ext cx="1443946" cy="721968"/>
            <a:chOff x="311697" y="-12"/>
            <a:chExt cx="4437449" cy="2218709"/>
          </a:xfrm>
        </p:grpSpPr>
        <p:sp>
          <p:nvSpPr>
            <p:cNvPr id="4492" name="Google Shape;4492;p25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25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25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25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25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25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25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25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25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25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25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25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25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25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25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25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25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25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25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25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25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25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25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25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25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25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25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25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25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25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25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25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25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25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25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25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25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25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25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25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25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25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25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25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25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25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25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25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25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25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25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25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25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25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25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25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25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25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25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25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25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25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25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25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25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25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25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25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25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25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25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25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25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25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25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25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25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25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25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25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25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25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25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25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25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25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25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25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25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25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25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25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25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25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25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25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25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25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25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25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25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25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25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25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4596;p25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25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25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25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25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25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25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25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25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25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25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25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25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25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25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25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25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25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25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25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25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25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25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25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25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25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25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25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25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25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25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4627;p25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25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4629;p25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25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4631;p25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2" name="Google Shape;4632;p25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3" name="Google Shape;4633;p25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4" name="Google Shape;4634;p25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5" name="Google Shape;4635;p25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6" name="Google Shape;4636;p25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7" name="Google Shape;4637;p25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8" name="Google Shape;4638;p25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9" name="Google Shape;4639;p25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0" name="Google Shape;4640;p25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1" name="Google Shape;4641;p25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2" name="Google Shape;4642;p25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3" name="Google Shape;4643;p25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4" name="Google Shape;4644;p25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5" name="Google Shape;4645;p25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4646;p25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4647;p25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4648;p25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4649;p25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4650;p25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4651;p25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25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25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25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25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25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25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25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25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4660;p25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25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25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25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25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25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25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25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25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25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25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25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25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25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25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25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25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25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25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25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25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25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2" name="Google Shape;4682;p25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3" name="Google Shape;4683;p25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25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25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25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25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25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25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25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25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25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25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25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25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25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25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25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25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25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25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25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25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4" name="Google Shape;4704;p25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5" name="Google Shape;4705;p25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25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25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25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25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25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25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25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25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25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25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25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25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25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25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25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25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25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25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25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25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25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25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25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25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25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25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25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25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25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25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25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25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25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25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25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25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25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4743;p25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25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25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4746;p25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25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25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4749;p25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0" name="Google Shape;4750;p25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4751;p25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2" name="Google Shape;4752;p25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3" name="Google Shape;4753;p25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25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5" name="Google Shape;4755;p25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6" name="Google Shape;4756;p25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4757;p25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8" name="Google Shape;4758;p25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4759;p25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25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4761;p25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4762;p25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25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25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25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25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25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25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25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25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25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25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25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25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25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25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4777;p25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25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4779;p25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4780;p25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25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25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25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25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25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25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25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25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25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25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25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25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25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25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25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25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25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25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25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25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25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25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25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25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25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25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25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25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25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25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4811;p25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4812;p25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4813;p25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4814;p25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5" name="Google Shape;4815;p25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6" name="Google Shape;4816;p25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7" name="Google Shape;4817;p25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8" name="Google Shape;4818;p25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9" name="Google Shape;4819;p25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0" name="Google Shape;4820;p25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21" name="Google Shape;4821;p25"/>
          <p:cNvGrpSpPr/>
          <p:nvPr/>
        </p:nvGrpSpPr>
        <p:grpSpPr>
          <a:xfrm flipH="1">
            <a:off x="-1055437" y="935378"/>
            <a:ext cx="1443946" cy="721968"/>
            <a:chOff x="311697" y="-12"/>
            <a:chExt cx="4437449" cy="2218709"/>
          </a:xfrm>
        </p:grpSpPr>
        <p:sp>
          <p:nvSpPr>
            <p:cNvPr id="4822" name="Google Shape;4822;p25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3" name="Google Shape;4823;p25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4" name="Google Shape;4824;p25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5" name="Google Shape;4825;p25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6" name="Google Shape;4826;p25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7" name="Google Shape;4827;p25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8" name="Google Shape;4828;p25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25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4830;p25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1" name="Google Shape;4831;p25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4832;p25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3" name="Google Shape;4833;p25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4" name="Google Shape;4834;p25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5" name="Google Shape;4835;p25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6" name="Google Shape;4836;p25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7" name="Google Shape;4837;p25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8" name="Google Shape;4838;p25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9" name="Google Shape;4839;p25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0" name="Google Shape;4840;p25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1" name="Google Shape;4841;p25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2" name="Google Shape;4842;p25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3" name="Google Shape;4843;p25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4" name="Google Shape;4844;p25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5" name="Google Shape;4845;p25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6" name="Google Shape;4846;p25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7" name="Google Shape;4847;p25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8" name="Google Shape;4848;p25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9" name="Google Shape;4849;p25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0" name="Google Shape;4850;p25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1" name="Google Shape;4851;p25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2" name="Google Shape;4852;p25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3" name="Google Shape;4853;p25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4" name="Google Shape;4854;p25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5" name="Google Shape;4855;p25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6" name="Google Shape;4856;p25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7" name="Google Shape;4857;p25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8" name="Google Shape;4858;p25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9" name="Google Shape;4859;p25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0" name="Google Shape;4860;p25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1" name="Google Shape;4861;p25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2" name="Google Shape;4862;p25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3" name="Google Shape;4863;p25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4" name="Google Shape;4864;p25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5" name="Google Shape;4865;p25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6" name="Google Shape;4866;p25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7" name="Google Shape;4867;p25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8" name="Google Shape;4868;p25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9" name="Google Shape;4869;p25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0" name="Google Shape;4870;p25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1" name="Google Shape;4871;p25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2" name="Google Shape;4872;p25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3" name="Google Shape;4873;p25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4" name="Google Shape;4874;p25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5" name="Google Shape;4875;p25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6" name="Google Shape;4876;p25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7" name="Google Shape;4877;p25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8" name="Google Shape;4878;p25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9" name="Google Shape;4879;p25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0" name="Google Shape;4880;p25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1" name="Google Shape;4881;p25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2" name="Google Shape;4882;p25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3" name="Google Shape;4883;p25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4" name="Google Shape;4884;p25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5" name="Google Shape;4885;p25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6" name="Google Shape;4886;p25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7" name="Google Shape;4887;p25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8" name="Google Shape;4888;p25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9" name="Google Shape;4889;p25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0" name="Google Shape;4890;p25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1" name="Google Shape;4891;p25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2" name="Google Shape;4892;p25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3" name="Google Shape;4893;p25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4" name="Google Shape;4894;p25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5" name="Google Shape;4895;p25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6" name="Google Shape;4896;p25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7" name="Google Shape;4897;p25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8" name="Google Shape;4898;p25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9" name="Google Shape;4899;p25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0" name="Google Shape;4900;p25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1" name="Google Shape;4901;p25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2" name="Google Shape;4902;p25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3" name="Google Shape;4903;p25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4" name="Google Shape;4904;p25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5" name="Google Shape;4905;p25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6" name="Google Shape;4906;p25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7" name="Google Shape;4907;p25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8" name="Google Shape;4908;p25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9" name="Google Shape;4909;p25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0" name="Google Shape;4910;p25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1" name="Google Shape;4911;p25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2" name="Google Shape;4912;p25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3" name="Google Shape;4913;p25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4" name="Google Shape;4914;p25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5" name="Google Shape;4915;p25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6" name="Google Shape;4916;p25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7" name="Google Shape;4917;p25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8" name="Google Shape;4918;p25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9" name="Google Shape;4919;p25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0" name="Google Shape;4920;p25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1" name="Google Shape;4921;p25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2" name="Google Shape;4922;p25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3" name="Google Shape;4923;p25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4" name="Google Shape;4924;p25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5" name="Google Shape;4925;p25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6" name="Google Shape;4926;p25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7" name="Google Shape;4927;p25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8" name="Google Shape;4928;p25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9" name="Google Shape;4929;p25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0" name="Google Shape;4930;p25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1" name="Google Shape;4931;p25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2" name="Google Shape;4932;p25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3" name="Google Shape;4933;p25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4" name="Google Shape;4934;p25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5" name="Google Shape;4935;p25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6" name="Google Shape;4936;p25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7" name="Google Shape;4937;p25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8" name="Google Shape;4938;p25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9" name="Google Shape;4939;p25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0" name="Google Shape;4940;p25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1" name="Google Shape;4941;p25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2" name="Google Shape;4942;p25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3" name="Google Shape;4943;p25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4" name="Google Shape;4944;p25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5" name="Google Shape;4945;p25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6" name="Google Shape;4946;p25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7" name="Google Shape;4947;p25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8" name="Google Shape;4948;p25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9" name="Google Shape;4949;p25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0" name="Google Shape;4950;p25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1" name="Google Shape;4951;p25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2" name="Google Shape;4952;p25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3" name="Google Shape;4953;p25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4" name="Google Shape;4954;p25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5" name="Google Shape;4955;p25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6" name="Google Shape;4956;p25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7" name="Google Shape;4957;p25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8" name="Google Shape;4958;p25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9" name="Google Shape;4959;p25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0" name="Google Shape;4960;p25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1" name="Google Shape;4961;p25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2" name="Google Shape;4962;p25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3" name="Google Shape;4963;p25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4964;p25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5" name="Google Shape;4965;p25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6" name="Google Shape;4966;p25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4967;p25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8" name="Google Shape;4968;p25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9" name="Google Shape;4969;p25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0" name="Google Shape;4970;p25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1" name="Google Shape;4971;p25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2" name="Google Shape;4972;p25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3" name="Google Shape;4973;p25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4" name="Google Shape;4974;p25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5" name="Google Shape;4975;p25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6" name="Google Shape;4976;p25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7" name="Google Shape;4977;p25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8" name="Google Shape;4978;p25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9" name="Google Shape;4979;p25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0" name="Google Shape;4980;p25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1" name="Google Shape;4981;p25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2" name="Google Shape;4982;p25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3" name="Google Shape;4983;p25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4" name="Google Shape;4984;p25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5" name="Google Shape;4985;p25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6" name="Google Shape;4986;p25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25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25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25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25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25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25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25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25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4995;p25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4996;p25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25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25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25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25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25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25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25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25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25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25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25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25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25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25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25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25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25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25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25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25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25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25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25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25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25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25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25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25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25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25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25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25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25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25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25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25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25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25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25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25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25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25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25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25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25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25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25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25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25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25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25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25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25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25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25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25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25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25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25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25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25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25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25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25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25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25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25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25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25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25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25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25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25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25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25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25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25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25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25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25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25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25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25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25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25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25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25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25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25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25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25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25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25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25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25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25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25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25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25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25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25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25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25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25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25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25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25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25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25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25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25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25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25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25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25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25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25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25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25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25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25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25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25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25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25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25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25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25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25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126;p25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25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25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25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25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25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25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25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25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25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25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25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8" name="Google Shape;5138;p25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9" name="Google Shape;5139;p25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0" name="Google Shape;5140;p25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1" name="Google Shape;5141;p25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2" name="Google Shape;5142;p25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3" name="Google Shape;5143;p25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4" name="Google Shape;5144;p25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5" name="Google Shape;5145;p25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6" name="Google Shape;5146;p25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5147;p25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148;p25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9" name="Google Shape;5149;p25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0" name="Google Shape;5150;p25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51" name="Google Shape;5151;p25"/>
          <p:cNvGrpSpPr/>
          <p:nvPr/>
        </p:nvGrpSpPr>
        <p:grpSpPr>
          <a:xfrm flipH="1">
            <a:off x="4062359" y="461843"/>
            <a:ext cx="1019282" cy="509637"/>
            <a:chOff x="311697" y="-12"/>
            <a:chExt cx="4437449" cy="2218709"/>
          </a:xfrm>
        </p:grpSpPr>
        <p:sp>
          <p:nvSpPr>
            <p:cNvPr id="5152" name="Google Shape;5152;p25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3" name="Google Shape;5153;p25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4" name="Google Shape;5154;p25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5" name="Google Shape;5155;p25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6" name="Google Shape;5156;p25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7" name="Google Shape;5157;p25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8" name="Google Shape;5158;p25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9" name="Google Shape;5159;p25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0" name="Google Shape;5160;p25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1" name="Google Shape;5161;p25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2" name="Google Shape;5162;p25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3" name="Google Shape;5163;p25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4" name="Google Shape;5164;p25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5" name="Google Shape;5165;p25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6" name="Google Shape;5166;p25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7" name="Google Shape;5167;p25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8" name="Google Shape;5168;p25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9" name="Google Shape;5169;p25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0" name="Google Shape;5170;p25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1" name="Google Shape;5171;p25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2" name="Google Shape;5172;p25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3" name="Google Shape;5173;p25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4" name="Google Shape;5174;p25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5" name="Google Shape;5175;p25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6" name="Google Shape;5176;p25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7" name="Google Shape;5177;p25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8" name="Google Shape;5178;p25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9" name="Google Shape;5179;p25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0" name="Google Shape;5180;p25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1" name="Google Shape;5181;p25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2" name="Google Shape;5182;p25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3" name="Google Shape;5183;p25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4" name="Google Shape;5184;p25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5" name="Google Shape;5185;p25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6" name="Google Shape;5186;p25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7" name="Google Shape;5187;p25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8" name="Google Shape;5188;p25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9" name="Google Shape;5189;p25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0" name="Google Shape;5190;p25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1" name="Google Shape;5191;p25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2" name="Google Shape;5192;p25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3" name="Google Shape;5193;p25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4" name="Google Shape;5194;p25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5" name="Google Shape;5195;p25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6" name="Google Shape;5196;p25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7" name="Google Shape;5197;p25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8" name="Google Shape;5198;p25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9" name="Google Shape;5199;p25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0" name="Google Shape;5200;p25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1" name="Google Shape;5201;p25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2" name="Google Shape;5202;p25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3" name="Google Shape;5203;p25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4" name="Google Shape;5204;p25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5" name="Google Shape;5205;p25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6" name="Google Shape;5206;p25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7" name="Google Shape;5207;p25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8" name="Google Shape;5208;p25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9" name="Google Shape;5209;p25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0" name="Google Shape;5210;p25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1" name="Google Shape;5211;p25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2" name="Google Shape;5212;p25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3" name="Google Shape;5213;p25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4" name="Google Shape;5214;p25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5" name="Google Shape;5215;p25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6" name="Google Shape;5216;p25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7" name="Google Shape;5217;p25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8" name="Google Shape;5218;p25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9" name="Google Shape;5219;p25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0" name="Google Shape;5220;p25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1" name="Google Shape;5221;p25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2" name="Google Shape;5222;p25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3" name="Google Shape;5223;p25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4" name="Google Shape;5224;p25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5" name="Google Shape;5225;p25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6" name="Google Shape;5226;p25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7" name="Google Shape;5227;p25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8" name="Google Shape;5228;p25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9" name="Google Shape;5229;p25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0" name="Google Shape;5230;p25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1" name="Google Shape;5231;p25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2" name="Google Shape;5232;p25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3" name="Google Shape;5233;p25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4" name="Google Shape;5234;p25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5" name="Google Shape;5235;p25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6" name="Google Shape;5236;p25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7" name="Google Shape;5237;p25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8" name="Google Shape;5238;p25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9" name="Google Shape;5239;p25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0" name="Google Shape;5240;p25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1" name="Google Shape;5241;p25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2" name="Google Shape;5242;p25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3" name="Google Shape;5243;p25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4" name="Google Shape;5244;p25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5" name="Google Shape;5245;p25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6" name="Google Shape;5246;p25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7" name="Google Shape;5247;p25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8" name="Google Shape;5248;p25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9" name="Google Shape;5249;p25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0" name="Google Shape;5250;p25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1" name="Google Shape;5251;p25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2" name="Google Shape;5252;p25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3" name="Google Shape;5253;p25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4" name="Google Shape;5254;p25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5" name="Google Shape;5255;p25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6" name="Google Shape;5256;p25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7" name="Google Shape;5257;p25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8" name="Google Shape;5258;p25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9" name="Google Shape;5259;p25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0" name="Google Shape;5260;p25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1" name="Google Shape;5261;p25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2" name="Google Shape;5262;p25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3" name="Google Shape;5263;p25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4" name="Google Shape;5264;p25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5" name="Google Shape;5265;p25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6" name="Google Shape;5266;p25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7" name="Google Shape;5267;p25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8" name="Google Shape;5268;p25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9" name="Google Shape;5269;p25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0" name="Google Shape;5270;p25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1" name="Google Shape;5271;p25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2" name="Google Shape;5272;p25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3" name="Google Shape;5273;p25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4" name="Google Shape;5274;p25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5" name="Google Shape;5275;p25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6" name="Google Shape;5276;p25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7" name="Google Shape;5277;p25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8" name="Google Shape;5278;p25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9" name="Google Shape;5279;p25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0" name="Google Shape;5280;p25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1" name="Google Shape;5281;p25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2" name="Google Shape;5282;p25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3" name="Google Shape;5283;p25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4" name="Google Shape;5284;p25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5" name="Google Shape;5285;p25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6" name="Google Shape;5286;p25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7" name="Google Shape;5287;p25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8" name="Google Shape;5288;p25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9" name="Google Shape;5289;p25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0" name="Google Shape;5290;p25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1" name="Google Shape;5291;p25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2" name="Google Shape;5292;p25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3" name="Google Shape;5293;p25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4" name="Google Shape;5294;p25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5" name="Google Shape;5295;p25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6" name="Google Shape;5296;p25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7" name="Google Shape;5297;p25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8" name="Google Shape;5298;p25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9" name="Google Shape;5299;p25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0" name="Google Shape;5300;p25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1" name="Google Shape;5301;p25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2" name="Google Shape;5302;p25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3" name="Google Shape;5303;p25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4" name="Google Shape;5304;p25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5" name="Google Shape;5305;p25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6" name="Google Shape;5306;p25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7" name="Google Shape;5307;p25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8" name="Google Shape;5308;p25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9" name="Google Shape;5309;p25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0" name="Google Shape;5310;p25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1" name="Google Shape;5311;p25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2" name="Google Shape;5312;p25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3" name="Google Shape;5313;p25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4" name="Google Shape;5314;p25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5" name="Google Shape;5315;p25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6" name="Google Shape;5316;p25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7" name="Google Shape;5317;p25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8" name="Google Shape;5318;p25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9" name="Google Shape;5319;p25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0" name="Google Shape;5320;p25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1" name="Google Shape;5321;p25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2" name="Google Shape;5322;p25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3" name="Google Shape;5323;p25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4" name="Google Shape;5324;p25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5" name="Google Shape;5325;p25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6" name="Google Shape;5326;p25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7" name="Google Shape;5327;p25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8" name="Google Shape;5328;p25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9" name="Google Shape;5329;p25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0" name="Google Shape;5330;p25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1" name="Google Shape;5331;p25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2" name="Google Shape;5332;p25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3" name="Google Shape;5333;p25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4" name="Google Shape;5334;p25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5" name="Google Shape;5335;p25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6" name="Google Shape;5336;p25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7" name="Google Shape;5337;p25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8" name="Google Shape;5338;p25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9" name="Google Shape;5339;p25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0" name="Google Shape;5340;p25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1" name="Google Shape;5341;p25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2" name="Google Shape;5342;p25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3" name="Google Shape;5343;p25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4" name="Google Shape;5344;p25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5" name="Google Shape;5345;p25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6" name="Google Shape;5346;p25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7" name="Google Shape;5347;p25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8" name="Google Shape;5348;p25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9" name="Google Shape;5349;p25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0" name="Google Shape;5350;p25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1" name="Google Shape;5351;p25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2" name="Google Shape;5352;p25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3" name="Google Shape;5353;p25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4" name="Google Shape;5354;p25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5" name="Google Shape;5355;p25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6" name="Google Shape;5356;p25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7" name="Google Shape;5357;p25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8" name="Google Shape;5358;p25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9" name="Google Shape;5359;p25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0" name="Google Shape;5360;p25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1" name="Google Shape;5361;p25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2" name="Google Shape;5362;p25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3" name="Google Shape;5363;p25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4" name="Google Shape;5364;p25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5" name="Google Shape;5365;p25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6" name="Google Shape;5366;p25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7" name="Google Shape;5367;p25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8" name="Google Shape;5368;p25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9" name="Google Shape;5369;p25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0" name="Google Shape;5370;p25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1" name="Google Shape;5371;p25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2" name="Google Shape;5372;p25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3" name="Google Shape;5373;p25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4" name="Google Shape;5374;p25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5" name="Google Shape;5375;p25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6" name="Google Shape;5376;p25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7" name="Google Shape;5377;p25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8" name="Google Shape;5378;p25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9" name="Google Shape;5379;p25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0" name="Google Shape;5380;p25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1" name="Google Shape;5381;p25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2" name="Google Shape;5382;p25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3" name="Google Shape;5383;p25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4" name="Google Shape;5384;p25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5" name="Google Shape;5385;p25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6" name="Google Shape;5386;p25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7" name="Google Shape;5387;p25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8" name="Google Shape;5388;p25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9" name="Google Shape;5389;p25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0" name="Google Shape;5390;p25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1" name="Google Shape;5391;p25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2" name="Google Shape;5392;p25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3" name="Google Shape;5393;p25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4" name="Google Shape;5394;p25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5" name="Google Shape;5395;p25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6" name="Google Shape;5396;p25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7" name="Google Shape;5397;p25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8" name="Google Shape;5398;p25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9" name="Google Shape;5399;p25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0" name="Google Shape;5400;p25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1" name="Google Shape;5401;p25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2" name="Google Shape;5402;p25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3" name="Google Shape;5403;p25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4" name="Google Shape;5404;p25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5" name="Google Shape;5405;p25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6" name="Google Shape;5406;p25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7" name="Google Shape;5407;p25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8" name="Google Shape;5408;p25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9" name="Google Shape;5409;p25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0" name="Google Shape;5410;p25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1" name="Google Shape;5411;p25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2" name="Google Shape;5412;p25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3" name="Google Shape;5413;p25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4" name="Google Shape;5414;p25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5" name="Google Shape;5415;p25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6" name="Google Shape;5416;p25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7" name="Google Shape;5417;p25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8" name="Google Shape;5418;p25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9" name="Google Shape;5419;p25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0" name="Google Shape;5420;p25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1" name="Google Shape;5421;p25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2" name="Google Shape;5422;p25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3" name="Google Shape;5423;p25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4" name="Google Shape;5424;p25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5" name="Google Shape;5425;p25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6" name="Google Shape;5426;p25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7" name="Google Shape;5427;p25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8" name="Google Shape;5428;p25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9" name="Google Shape;5429;p25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0" name="Google Shape;5430;p25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1" name="Google Shape;5431;p25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2" name="Google Shape;5432;p25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3" name="Google Shape;5433;p25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4" name="Google Shape;5434;p25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5" name="Google Shape;5435;p25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6" name="Google Shape;5436;p25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7" name="Google Shape;5437;p25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8" name="Google Shape;5438;p25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9" name="Google Shape;5439;p25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0" name="Google Shape;5440;p25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1" name="Google Shape;5441;p25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2" name="Google Shape;5442;p25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3" name="Google Shape;5443;p25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4" name="Google Shape;5444;p25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5" name="Google Shape;5445;p25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6" name="Google Shape;5446;p25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7" name="Google Shape;5447;p25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8" name="Google Shape;5448;p25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9" name="Google Shape;5449;p25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0" name="Google Shape;5450;p25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1" name="Google Shape;5451;p25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2" name="Google Shape;5452;p25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3" name="Google Shape;5453;p25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4" name="Google Shape;5454;p25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5" name="Google Shape;5455;p25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6" name="Google Shape;5456;p25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7" name="Google Shape;5457;p25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8" name="Google Shape;5458;p25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9" name="Google Shape;5459;p25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0" name="Google Shape;5460;p25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1" name="Google Shape;5461;p25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2" name="Google Shape;5462;p25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3" name="Google Shape;5463;p25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4" name="Google Shape;5464;p25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5" name="Google Shape;5465;p25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6" name="Google Shape;5466;p25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7" name="Google Shape;5467;p25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8" name="Google Shape;5468;p25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9" name="Google Shape;5469;p25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0" name="Google Shape;5470;p25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1" name="Google Shape;5471;p25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2" name="Google Shape;5472;p25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3" name="Google Shape;5473;p25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4" name="Google Shape;5474;p25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5" name="Google Shape;5475;p25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6" name="Google Shape;5476;p25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7" name="Google Shape;5477;p25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8" name="Google Shape;5478;p25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9" name="Google Shape;5479;p25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0" name="Google Shape;5480;p25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dvent Pro Medium"/>
              <a:buChar char="●"/>
              <a:defRPr sz="1800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●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●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7" r:id="rId5"/>
    <p:sldLayoutId id="2147483658" r:id="rId6"/>
    <p:sldLayoutId id="2147483659" r:id="rId7"/>
    <p:sldLayoutId id="2147483670" r:id="rId8"/>
    <p:sldLayoutId id="2147483671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3" name="Google Shape;5493;p29"/>
          <p:cNvSpPr txBox="1">
            <a:spLocks noGrp="1"/>
          </p:cNvSpPr>
          <p:nvPr>
            <p:ph type="ctrTitle"/>
          </p:nvPr>
        </p:nvSpPr>
        <p:spPr>
          <a:xfrm>
            <a:off x="1589700" y="362657"/>
            <a:ext cx="5964600" cy="116751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elompok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II</a:t>
            </a:r>
            <a:b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Dasar</a:t>
            </a:r>
            <a:b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Up Game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94" name="Google Shape;5494;p29"/>
          <p:cNvSpPr txBox="1">
            <a:spLocks noGrp="1"/>
          </p:cNvSpPr>
          <p:nvPr>
            <p:ph type="subTitle" idx="1"/>
          </p:nvPr>
        </p:nvSpPr>
        <p:spPr>
          <a:xfrm>
            <a:off x="1753050" y="3341661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Ahmad Revandi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Deril Saputra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Fadhli Khairullah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Galuh Wijaya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Revan Reviansyah</a:t>
            </a:r>
            <a:endParaRPr sz="1600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495" name="Google Shape;5495;p29"/>
          <p:cNvGrpSpPr/>
          <p:nvPr/>
        </p:nvGrpSpPr>
        <p:grpSpPr>
          <a:xfrm>
            <a:off x="426782" y="463118"/>
            <a:ext cx="488399" cy="418625"/>
            <a:chOff x="753950" y="238125"/>
            <a:chExt cx="6111125" cy="5238075"/>
          </a:xfrm>
        </p:grpSpPr>
        <p:sp>
          <p:nvSpPr>
            <p:cNvPr id="5496" name="Google Shape;5496;p29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7" name="Google Shape;5497;p29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8" name="Google Shape;5498;p29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9" name="Google Shape;5499;p29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0" name="Google Shape;5500;p29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1" name="Google Shape;5501;p29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2" name="Google Shape;5502;p29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3" name="Google Shape;5503;p29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4" name="Google Shape;5504;p29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5" name="Google Shape;5505;p29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6" name="Google Shape;5506;p29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7" name="Google Shape;5507;p29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8" name="Google Shape;5508;p29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9" name="Google Shape;5509;p29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0" name="Google Shape;5510;p29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1" name="Google Shape;5511;p29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2" name="Google Shape;5512;p29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3" name="Google Shape;5513;p29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4" name="Google Shape;5514;p29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5" name="Google Shape;5515;p29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6" name="Google Shape;5516;p29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7" name="Google Shape;5517;p29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8" name="Google Shape;5518;p29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9" name="Google Shape;5519;p29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0" name="Google Shape;5520;p29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1" name="Google Shape;5521;p29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2" name="Google Shape;5522;p29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3" name="Google Shape;5523;p29"/>
          <p:cNvGrpSpPr/>
          <p:nvPr/>
        </p:nvGrpSpPr>
        <p:grpSpPr>
          <a:xfrm>
            <a:off x="1603257" y="463118"/>
            <a:ext cx="488399" cy="418625"/>
            <a:chOff x="753950" y="238125"/>
            <a:chExt cx="6111125" cy="5238075"/>
          </a:xfrm>
        </p:grpSpPr>
        <p:sp>
          <p:nvSpPr>
            <p:cNvPr id="5524" name="Google Shape;5524;p29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5" name="Google Shape;5525;p29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6" name="Google Shape;5526;p29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7" name="Google Shape;5527;p29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8" name="Google Shape;5528;p29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9" name="Google Shape;5529;p29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0" name="Google Shape;5530;p29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1" name="Google Shape;5531;p29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2" name="Google Shape;5532;p29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3" name="Google Shape;5533;p29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4" name="Google Shape;5534;p29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5" name="Google Shape;5535;p29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6" name="Google Shape;5536;p29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7" name="Google Shape;5537;p29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8" name="Google Shape;5538;p29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9" name="Google Shape;5539;p29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0" name="Google Shape;5540;p29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1" name="Google Shape;5541;p29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2" name="Google Shape;5542;p29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3" name="Google Shape;5543;p29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4" name="Google Shape;5544;p29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5" name="Google Shape;5545;p29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5546;p29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7" name="Google Shape;5547;p29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5548;p29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29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5550;p29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51" name="Google Shape;5551;p29"/>
          <p:cNvGrpSpPr/>
          <p:nvPr/>
        </p:nvGrpSpPr>
        <p:grpSpPr>
          <a:xfrm>
            <a:off x="1008241" y="1026453"/>
            <a:ext cx="488399" cy="418625"/>
            <a:chOff x="753950" y="238125"/>
            <a:chExt cx="6111125" cy="5238075"/>
          </a:xfrm>
        </p:grpSpPr>
        <p:sp>
          <p:nvSpPr>
            <p:cNvPr id="5552" name="Google Shape;5552;p29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3" name="Google Shape;5553;p29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4" name="Google Shape;5554;p29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5" name="Google Shape;5555;p29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6" name="Google Shape;5556;p29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7" name="Google Shape;5557;p29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8" name="Google Shape;5558;p29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9" name="Google Shape;5559;p29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0" name="Google Shape;5560;p29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1" name="Google Shape;5561;p29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2" name="Google Shape;5562;p29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5563;p29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29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29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5566;p29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7" name="Google Shape;5567;p29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5568;p29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5569;p29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0" name="Google Shape;5570;p29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1" name="Google Shape;5571;p29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2" name="Google Shape;5572;p29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3" name="Google Shape;5573;p29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4" name="Google Shape;5574;p29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5" name="Google Shape;5575;p29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6" name="Google Shape;5576;p29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7" name="Google Shape;5577;p29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8" name="Google Shape;5578;p29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A9AF679-8E21-34F9-F42B-5CB5AC168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963" y="1587600"/>
            <a:ext cx="1640074" cy="16966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3" name="Google Shape;5583;p30"/>
          <p:cNvSpPr txBox="1">
            <a:spLocks noGrp="1"/>
          </p:cNvSpPr>
          <p:nvPr>
            <p:ph type="body" idx="1"/>
          </p:nvPr>
        </p:nvSpPr>
        <p:spPr>
          <a:xfrm>
            <a:off x="778900" y="1013975"/>
            <a:ext cx="7789200" cy="35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era digital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 up yang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cepat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mudah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terpercaya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semakin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top up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hadir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solusi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memenuhi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pembelian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39700" indent="0">
              <a:buNone/>
            </a:pP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Voucher game</a:t>
            </a:r>
          </a:p>
          <a:p>
            <a:pPr marL="139700" indent="0">
              <a:buNone/>
            </a:pP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Saldo e-wallet</a:t>
            </a:r>
          </a:p>
          <a:p>
            <a:pPr marL="139700" indent="0">
              <a:buNone/>
            </a:pP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Pulsa</a:t>
            </a:r>
            <a:endParaRPr lang="en-ID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memungkinkan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saja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tanpa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datang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toko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fisik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5584" name="Google Shape;5584;p30"/>
          <p:cNvSpPr txBox="1">
            <a:spLocks noGrp="1"/>
          </p:cNvSpPr>
          <p:nvPr>
            <p:ph type="title"/>
          </p:nvPr>
        </p:nvSpPr>
        <p:spPr>
          <a:xfrm>
            <a:off x="311700" y="288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Pendahuluan dan Latar Belakang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85" name="Google Shape;5585;p30"/>
          <p:cNvGrpSpPr/>
          <p:nvPr/>
        </p:nvGrpSpPr>
        <p:grpSpPr>
          <a:xfrm rot="-5400000">
            <a:off x="1588956" y="535371"/>
            <a:ext cx="242781" cy="161857"/>
            <a:chOff x="2500050" y="3730175"/>
            <a:chExt cx="2619000" cy="1746025"/>
          </a:xfrm>
        </p:grpSpPr>
        <p:sp>
          <p:nvSpPr>
            <p:cNvPr id="5586" name="Google Shape;5586;p30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7" name="Google Shape;5587;p30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8" name="Google Shape;5588;p30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9" name="Google Shape;5589;p30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90" name="Google Shape;5590;p30"/>
          <p:cNvGrpSpPr/>
          <p:nvPr/>
        </p:nvGrpSpPr>
        <p:grpSpPr>
          <a:xfrm rot="5400000">
            <a:off x="7389732" y="535371"/>
            <a:ext cx="242781" cy="161857"/>
            <a:chOff x="2500050" y="3730175"/>
            <a:chExt cx="2619000" cy="1746025"/>
          </a:xfrm>
        </p:grpSpPr>
        <p:sp>
          <p:nvSpPr>
            <p:cNvPr id="5591" name="Google Shape;5591;p30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2" name="Google Shape;5592;p30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3" name="Google Shape;5593;p30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4" name="Google Shape;5594;p30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0" name="Google Shape;5600;p31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Manfaat web 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601" name="Google Shape;5601;p31"/>
          <p:cNvGrpSpPr/>
          <p:nvPr/>
        </p:nvGrpSpPr>
        <p:grpSpPr>
          <a:xfrm rot="-5400000">
            <a:off x="2137596" y="535371"/>
            <a:ext cx="242781" cy="161857"/>
            <a:chOff x="2500050" y="3730175"/>
            <a:chExt cx="2619000" cy="1746025"/>
          </a:xfrm>
        </p:grpSpPr>
        <p:sp>
          <p:nvSpPr>
            <p:cNvPr id="5602" name="Google Shape;5602;p31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3" name="Google Shape;5603;p31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4" name="Google Shape;5604;p31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5" name="Google Shape;5605;p31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06" name="Google Shape;5606;p31"/>
          <p:cNvGrpSpPr/>
          <p:nvPr/>
        </p:nvGrpSpPr>
        <p:grpSpPr>
          <a:xfrm rot="5400000">
            <a:off x="6763621" y="535371"/>
            <a:ext cx="242781" cy="161857"/>
            <a:chOff x="2500050" y="3730175"/>
            <a:chExt cx="2619000" cy="1746025"/>
          </a:xfrm>
        </p:grpSpPr>
        <p:sp>
          <p:nvSpPr>
            <p:cNvPr id="5607" name="Google Shape;5607;p31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8" name="Google Shape;5608;p31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9" name="Google Shape;5609;p31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0" name="Google Shape;5610;p31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12" name="Google Shape;5612;p31"/>
          <p:cNvSpPr txBox="1">
            <a:spLocks noGrp="1"/>
          </p:cNvSpPr>
          <p:nvPr>
            <p:ph type="subTitle" idx="1"/>
          </p:nvPr>
        </p:nvSpPr>
        <p:spPr>
          <a:xfrm>
            <a:off x="1148449" y="2414340"/>
            <a:ext cx="6602179" cy="13297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Kemudahan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Akses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Bisa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kapan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saja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 mana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saja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Cepat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Efisien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Proses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otomatis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Pengalaman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Baik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Antarmuka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Peluang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Usaha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Potensi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pendapatan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bisnis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450504-B52F-E259-A5CD-D2988D414799}"/>
              </a:ext>
            </a:extLst>
          </p:cNvPr>
          <p:cNvSpPr txBox="1"/>
          <p:nvPr/>
        </p:nvSpPr>
        <p:spPr>
          <a:xfrm>
            <a:off x="1314994" y="1467116"/>
            <a:ext cx="6435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 top up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memungkinkan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pembelian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digital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mana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saja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kapan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saja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hanya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perangkat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HP, laptop,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tablet yang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terhubung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internet.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4A9E1B-6AED-1D48-BBB2-AEE45C25CE9C}"/>
              </a:ext>
            </a:extLst>
          </p:cNvPr>
          <p:cNvSpPr txBox="1"/>
          <p:nvPr/>
        </p:nvSpPr>
        <p:spPr>
          <a:xfrm>
            <a:off x="1314994" y="3927566"/>
            <a:ext cx="46068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Contohnya</a:t>
            </a:r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Seorang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membeli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voucher game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pulsa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tanpa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keluar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rumah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cukup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beberapa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klik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perangkatnya</a:t>
            </a:r>
            <a:r>
              <a:rPr lang="en-ID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6" name="Google Shape;5626;p32"/>
          <p:cNvSpPr txBox="1">
            <a:spLocks noGrp="1"/>
          </p:cNvSpPr>
          <p:nvPr>
            <p:ph type="title"/>
          </p:nvPr>
        </p:nvSpPr>
        <p:spPr>
          <a:xfrm>
            <a:off x="1334700" y="232899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Tujuan Web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27" name="Google Shape;5627;p32"/>
          <p:cNvSpPr txBox="1">
            <a:spLocks noGrp="1"/>
          </p:cNvSpPr>
          <p:nvPr>
            <p:ph type="subTitle" idx="1"/>
          </p:nvPr>
        </p:nvSpPr>
        <p:spPr>
          <a:xfrm>
            <a:off x="1208314" y="1074698"/>
            <a:ext cx="6977742" cy="29747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top up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dibuat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menyediakan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solusi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pembelian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virtual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cepat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mudah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Tujuan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utamanya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meliputi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l"/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algn="l">
              <a:buAutoNum type="arabicPeriod"/>
            </a:pP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Mempermudah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Akses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Pembelian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</a:t>
            </a:r>
          </a:p>
          <a:p>
            <a:pPr marL="342900" lvl="0" algn="l">
              <a:buAutoNum type="arabicPeriod"/>
            </a:pP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Mendukung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Transformasi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</a:t>
            </a:r>
          </a:p>
          <a:p>
            <a:pPr marL="342900" lvl="0" algn="l">
              <a:buAutoNum type="arabicPeriod"/>
            </a:pP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Menyediakan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Cepat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Efisien</a:t>
            </a:r>
            <a:endParaRPr lang="en-ID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algn="l">
              <a:buAutoNum type="arabicPeriod"/>
            </a:pP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Membuka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Peluang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Bisnis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Baru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628" name="Google Shape;5628;p32"/>
          <p:cNvGrpSpPr/>
          <p:nvPr/>
        </p:nvGrpSpPr>
        <p:grpSpPr>
          <a:xfrm>
            <a:off x="8029241" y="154008"/>
            <a:ext cx="264001" cy="226285"/>
            <a:chOff x="753950" y="238125"/>
            <a:chExt cx="6111125" cy="5238075"/>
          </a:xfrm>
        </p:grpSpPr>
        <p:sp>
          <p:nvSpPr>
            <p:cNvPr id="5629" name="Google Shape;5629;p32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0" name="Google Shape;5630;p32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1" name="Google Shape;5631;p32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2" name="Google Shape;5632;p32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3" name="Google Shape;5633;p32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4" name="Google Shape;5634;p32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5" name="Google Shape;5635;p32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6" name="Google Shape;5636;p32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7" name="Google Shape;5637;p32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8" name="Google Shape;5638;p32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9" name="Google Shape;5639;p32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0" name="Google Shape;5640;p32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1" name="Google Shape;5641;p32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2" name="Google Shape;5642;p32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3" name="Google Shape;5643;p32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4" name="Google Shape;5644;p32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5" name="Google Shape;5645;p32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6" name="Google Shape;5646;p32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7" name="Google Shape;5647;p32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8" name="Google Shape;5648;p32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9" name="Google Shape;5649;p32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0" name="Google Shape;5650;p32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1" name="Google Shape;5651;p32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2" name="Google Shape;5652;p32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3" name="Google Shape;5653;p32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4" name="Google Shape;5654;p32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5" name="Google Shape;5655;p32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56" name="Google Shape;5656;p32"/>
          <p:cNvGrpSpPr/>
          <p:nvPr/>
        </p:nvGrpSpPr>
        <p:grpSpPr>
          <a:xfrm>
            <a:off x="8365321" y="154008"/>
            <a:ext cx="264001" cy="226285"/>
            <a:chOff x="753950" y="238125"/>
            <a:chExt cx="6111125" cy="5238075"/>
          </a:xfrm>
        </p:grpSpPr>
        <p:sp>
          <p:nvSpPr>
            <p:cNvPr id="5657" name="Google Shape;5657;p32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8" name="Google Shape;5658;p32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9" name="Google Shape;5659;p32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0" name="Google Shape;5660;p32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1" name="Google Shape;5661;p32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2" name="Google Shape;5662;p32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3" name="Google Shape;5663;p32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4" name="Google Shape;5664;p32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5" name="Google Shape;5665;p32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6" name="Google Shape;5666;p32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7" name="Google Shape;5667;p32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8" name="Google Shape;5668;p32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9" name="Google Shape;5669;p32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0" name="Google Shape;5670;p32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1" name="Google Shape;5671;p32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2" name="Google Shape;5672;p32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3" name="Google Shape;5673;p32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4" name="Google Shape;5674;p32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5" name="Google Shape;5675;p32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6" name="Google Shape;5676;p32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7" name="Google Shape;5677;p32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8" name="Google Shape;5678;p32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9" name="Google Shape;5679;p32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0" name="Google Shape;5680;p32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1" name="Google Shape;5681;p32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2" name="Google Shape;5682;p32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3" name="Google Shape;5683;p32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84" name="Google Shape;5684;p32"/>
          <p:cNvGrpSpPr/>
          <p:nvPr/>
        </p:nvGrpSpPr>
        <p:grpSpPr>
          <a:xfrm>
            <a:off x="8701401" y="154008"/>
            <a:ext cx="264001" cy="226285"/>
            <a:chOff x="753950" y="238125"/>
            <a:chExt cx="6111125" cy="5238075"/>
          </a:xfrm>
        </p:grpSpPr>
        <p:sp>
          <p:nvSpPr>
            <p:cNvPr id="5685" name="Google Shape;5685;p32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6" name="Google Shape;5686;p32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7" name="Google Shape;5687;p32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8" name="Google Shape;5688;p32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9" name="Google Shape;5689;p32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0" name="Google Shape;5690;p32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1" name="Google Shape;5691;p32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2" name="Google Shape;5692;p32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3" name="Google Shape;5693;p32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4" name="Google Shape;5694;p32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5" name="Google Shape;5695;p32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5696;p32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5697;p32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5698;p32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5699;p32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5700;p32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5701;p32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5702;p32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5703;p32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5704;p32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5705;p32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5706;p32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5707;p32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5708;p32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5709;p32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5710;p32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5711;p32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712" name="Google Shape;5712;p32">
            <a:hlinkClick r:id="" action="ppaction://noaction"/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91664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3" name="Google Shape;5713;p32">
            <a:hlinkClick r:id="rId4" action="ppaction://hlinksldjump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3025" y="539500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F88D17-DF64-DFE9-BCD7-BE0144F2C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Fitur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tambahkan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website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Fitur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/Top up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Fitur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berfungsi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mempermudah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/top up ,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/top up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cukup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mengklik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game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tersedia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website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langsung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arahkan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halaman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/top up.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Fitur Game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Fitur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tersedia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menu,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nantinya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menampilkan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game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website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mencari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game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mereka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Fitur Sign in dan Sign up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Fitur Sign in dan Sign up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tersedia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menu.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-Fitur Sign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berguna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membantu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mendaftarkan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website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-Fitur Sign up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berguna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mempermudah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kembali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facebook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mereka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berfungsi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sepenuhnya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masih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pengembangan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D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FEEEF7-E592-F64C-BAB0-10A395684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Fitur yang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tersedia</a:t>
            </a:r>
            <a:endParaRPr lang="en-ID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225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9">
          <a:extLst>
            <a:ext uri="{FF2B5EF4-FFF2-40B4-BE49-F238E27FC236}">
              <a16:creationId xmlns:a16="http://schemas.microsoft.com/office/drawing/2014/main" id="{AF1C1E35-BE57-CE4B-8A76-A84554B2C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0" name="Google Shape;6780;p43">
            <a:extLst>
              <a:ext uri="{FF2B5EF4-FFF2-40B4-BE49-F238E27FC236}">
                <a16:creationId xmlns:a16="http://schemas.microsoft.com/office/drawing/2014/main" id="{663AAA9C-887C-5A05-2099-77459CCDF1EC}"/>
              </a:ext>
            </a:extLst>
          </p:cNvPr>
          <p:cNvSpPr/>
          <p:nvPr/>
        </p:nvSpPr>
        <p:spPr>
          <a:xfrm>
            <a:off x="1586100" y="1227880"/>
            <a:ext cx="5971800" cy="2815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1" name="Google Shape;6781;p43">
            <a:extLst>
              <a:ext uri="{FF2B5EF4-FFF2-40B4-BE49-F238E27FC236}">
                <a16:creationId xmlns:a16="http://schemas.microsoft.com/office/drawing/2014/main" id="{12DD0875-2DE0-AB87-FCBA-02D66B7F6C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2285" y="400594"/>
            <a:ext cx="5245800" cy="5443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Pada Halaman Home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83" name="Google Shape;6783;p43">
            <a:extLst>
              <a:ext uri="{FF2B5EF4-FFF2-40B4-BE49-F238E27FC236}">
                <a16:creationId xmlns:a16="http://schemas.microsoft.com/office/drawing/2014/main" id="{A2ECB53A-9D76-C79F-4B89-69977B491E4B}"/>
              </a:ext>
            </a:extLst>
          </p:cNvPr>
          <p:cNvSpPr/>
          <p:nvPr/>
        </p:nvSpPr>
        <p:spPr>
          <a:xfrm>
            <a:off x="1781725" y="1394805"/>
            <a:ext cx="162000" cy="1401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4" name="Google Shape;6784;p43">
            <a:extLst>
              <a:ext uri="{FF2B5EF4-FFF2-40B4-BE49-F238E27FC236}">
                <a16:creationId xmlns:a16="http://schemas.microsoft.com/office/drawing/2014/main" id="{264AD927-9290-6F7E-B8D7-C6CFE00E0B34}"/>
              </a:ext>
            </a:extLst>
          </p:cNvPr>
          <p:cNvSpPr/>
          <p:nvPr/>
        </p:nvSpPr>
        <p:spPr>
          <a:xfrm rot="-3601102">
            <a:off x="7157040" y="3694486"/>
            <a:ext cx="162090" cy="1400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5C086F-D71A-2AD3-8FCE-CA08241370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212" y="1314042"/>
            <a:ext cx="5766617" cy="261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77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9">
          <a:extLst>
            <a:ext uri="{FF2B5EF4-FFF2-40B4-BE49-F238E27FC236}">
              <a16:creationId xmlns:a16="http://schemas.microsoft.com/office/drawing/2014/main" id="{CD0A2DE6-A044-42B9-78E5-692A16349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0" name="Google Shape;6780;p43">
            <a:extLst>
              <a:ext uri="{FF2B5EF4-FFF2-40B4-BE49-F238E27FC236}">
                <a16:creationId xmlns:a16="http://schemas.microsoft.com/office/drawing/2014/main" id="{C98F10A2-28DF-A480-2B7F-C4526034D0BA}"/>
              </a:ext>
            </a:extLst>
          </p:cNvPr>
          <p:cNvSpPr/>
          <p:nvPr/>
        </p:nvSpPr>
        <p:spPr>
          <a:xfrm>
            <a:off x="1586100" y="1227880"/>
            <a:ext cx="5971800" cy="2815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1" name="Google Shape;6781;p43">
            <a:extLst>
              <a:ext uri="{FF2B5EF4-FFF2-40B4-BE49-F238E27FC236}">
                <a16:creationId xmlns:a16="http://schemas.microsoft.com/office/drawing/2014/main" id="{9AB30669-A79E-3D36-7110-34B81276E0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40427" y="418011"/>
            <a:ext cx="6063144" cy="5443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Hasil Output</a:t>
            </a:r>
          </a:p>
        </p:txBody>
      </p:sp>
      <p:sp>
        <p:nvSpPr>
          <p:cNvPr id="6783" name="Google Shape;6783;p43">
            <a:extLst>
              <a:ext uri="{FF2B5EF4-FFF2-40B4-BE49-F238E27FC236}">
                <a16:creationId xmlns:a16="http://schemas.microsoft.com/office/drawing/2014/main" id="{45687157-04A3-2EB9-2532-9FAD1098EB55}"/>
              </a:ext>
            </a:extLst>
          </p:cNvPr>
          <p:cNvSpPr/>
          <p:nvPr/>
        </p:nvSpPr>
        <p:spPr>
          <a:xfrm>
            <a:off x="1781725" y="1394805"/>
            <a:ext cx="162000" cy="1401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4" name="Google Shape;6784;p43">
            <a:extLst>
              <a:ext uri="{FF2B5EF4-FFF2-40B4-BE49-F238E27FC236}">
                <a16:creationId xmlns:a16="http://schemas.microsoft.com/office/drawing/2014/main" id="{91C3D351-823A-1713-E06B-E216475BBCC1}"/>
              </a:ext>
            </a:extLst>
          </p:cNvPr>
          <p:cNvSpPr/>
          <p:nvPr/>
        </p:nvSpPr>
        <p:spPr>
          <a:xfrm rot="-3601102">
            <a:off x="7157040" y="3694486"/>
            <a:ext cx="162090" cy="1400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2A6296-BA01-23AC-F405-B64B1F03FC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724" y="1394805"/>
            <a:ext cx="5580551" cy="246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896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9">
          <a:extLst>
            <a:ext uri="{FF2B5EF4-FFF2-40B4-BE49-F238E27FC236}">
              <a16:creationId xmlns:a16="http://schemas.microsoft.com/office/drawing/2014/main" id="{16FD6724-5B71-0591-D333-CDDAC4D39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0" name="Google Shape;6780;p43">
            <a:extLst>
              <a:ext uri="{FF2B5EF4-FFF2-40B4-BE49-F238E27FC236}">
                <a16:creationId xmlns:a16="http://schemas.microsoft.com/office/drawing/2014/main" id="{6F8420C1-584C-5F6D-B839-4F25EA154CC5}"/>
              </a:ext>
            </a:extLst>
          </p:cNvPr>
          <p:cNvSpPr/>
          <p:nvPr/>
        </p:nvSpPr>
        <p:spPr>
          <a:xfrm>
            <a:off x="1586100" y="1227880"/>
            <a:ext cx="5971800" cy="2815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1" name="Google Shape;6781;p43">
            <a:extLst>
              <a:ext uri="{FF2B5EF4-FFF2-40B4-BE49-F238E27FC236}">
                <a16:creationId xmlns:a16="http://schemas.microsoft.com/office/drawing/2014/main" id="{9EF3FCE7-AAB6-0555-8077-88FE97A9AC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2285" y="400594"/>
            <a:ext cx="5245800" cy="5443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Hasil Output Mobile Simulator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83" name="Google Shape;6783;p43">
            <a:extLst>
              <a:ext uri="{FF2B5EF4-FFF2-40B4-BE49-F238E27FC236}">
                <a16:creationId xmlns:a16="http://schemas.microsoft.com/office/drawing/2014/main" id="{A907C501-CF46-91F2-E1B0-9DD048147C04}"/>
              </a:ext>
            </a:extLst>
          </p:cNvPr>
          <p:cNvSpPr/>
          <p:nvPr/>
        </p:nvSpPr>
        <p:spPr>
          <a:xfrm>
            <a:off x="1781725" y="1394805"/>
            <a:ext cx="162000" cy="1401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4" name="Google Shape;6784;p43">
            <a:extLst>
              <a:ext uri="{FF2B5EF4-FFF2-40B4-BE49-F238E27FC236}">
                <a16:creationId xmlns:a16="http://schemas.microsoft.com/office/drawing/2014/main" id="{DDA99311-B8B4-9D4F-EEA3-0519AAF7127D}"/>
              </a:ext>
            </a:extLst>
          </p:cNvPr>
          <p:cNvSpPr/>
          <p:nvPr/>
        </p:nvSpPr>
        <p:spPr>
          <a:xfrm rot="-3601102">
            <a:off x="7157040" y="3694486"/>
            <a:ext cx="162090" cy="1400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FEEEFF7-E041-3E4C-AB42-5EDF2E93C7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725" y="1394804"/>
            <a:ext cx="5580550" cy="250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845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9">
          <a:extLst>
            <a:ext uri="{FF2B5EF4-FFF2-40B4-BE49-F238E27FC236}">
              <a16:creationId xmlns:a16="http://schemas.microsoft.com/office/drawing/2014/main" id="{8114D9F0-2A46-CC18-1E51-6286100BB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0" name="Google Shape;6780;p43">
            <a:extLst>
              <a:ext uri="{FF2B5EF4-FFF2-40B4-BE49-F238E27FC236}">
                <a16:creationId xmlns:a16="http://schemas.microsoft.com/office/drawing/2014/main" id="{24E5CE0C-32FF-37A7-8BCF-D8BBEA9E2415}"/>
              </a:ext>
            </a:extLst>
          </p:cNvPr>
          <p:cNvSpPr/>
          <p:nvPr/>
        </p:nvSpPr>
        <p:spPr>
          <a:xfrm>
            <a:off x="1586100" y="1227880"/>
            <a:ext cx="5971800" cy="2815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1" name="Google Shape;6781;p43">
            <a:extLst>
              <a:ext uri="{FF2B5EF4-FFF2-40B4-BE49-F238E27FC236}">
                <a16:creationId xmlns:a16="http://schemas.microsoft.com/office/drawing/2014/main" id="{623662F1-04E1-EEB7-F2A4-2037E6CBBC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2285" y="400594"/>
            <a:ext cx="5245800" cy="5443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Pada Halaman Sign Up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83" name="Google Shape;6783;p43">
            <a:extLst>
              <a:ext uri="{FF2B5EF4-FFF2-40B4-BE49-F238E27FC236}">
                <a16:creationId xmlns:a16="http://schemas.microsoft.com/office/drawing/2014/main" id="{C6BB7B8B-82D9-8944-6427-BF2329981F34}"/>
              </a:ext>
            </a:extLst>
          </p:cNvPr>
          <p:cNvSpPr/>
          <p:nvPr/>
        </p:nvSpPr>
        <p:spPr>
          <a:xfrm>
            <a:off x="1781725" y="1394805"/>
            <a:ext cx="162000" cy="1401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4" name="Google Shape;6784;p43">
            <a:extLst>
              <a:ext uri="{FF2B5EF4-FFF2-40B4-BE49-F238E27FC236}">
                <a16:creationId xmlns:a16="http://schemas.microsoft.com/office/drawing/2014/main" id="{E579D0BC-AC02-D130-543C-A38399BBF271}"/>
              </a:ext>
            </a:extLst>
          </p:cNvPr>
          <p:cNvSpPr/>
          <p:nvPr/>
        </p:nvSpPr>
        <p:spPr>
          <a:xfrm rot="-3601102">
            <a:off x="7157040" y="3694486"/>
            <a:ext cx="162090" cy="1400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42996A-6501-BDC5-80A9-3B06DA7999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725" y="1394805"/>
            <a:ext cx="5580550" cy="24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515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9">
          <a:extLst>
            <a:ext uri="{FF2B5EF4-FFF2-40B4-BE49-F238E27FC236}">
              <a16:creationId xmlns:a16="http://schemas.microsoft.com/office/drawing/2014/main" id="{578D37DD-3A66-874A-932B-4ABB97E62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0" name="Google Shape;6780;p43">
            <a:extLst>
              <a:ext uri="{FF2B5EF4-FFF2-40B4-BE49-F238E27FC236}">
                <a16:creationId xmlns:a16="http://schemas.microsoft.com/office/drawing/2014/main" id="{96505FF4-E3D2-2168-EF85-38A2F30D3A5E}"/>
              </a:ext>
            </a:extLst>
          </p:cNvPr>
          <p:cNvSpPr/>
          <p:nvPr/>
        </p:nvSpPr>
        <p:spPr>
          <a:xfrm>
            <a:off x="1586100" y="1227880"/>
            <a:ext cx="5971800" cy="2815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1" name="Google Shape;6781;p43">
            <a:extLst>
              <a:ext uri="{FF2B5EF4-FFF2-40B4-BE49-F238E27FC236}">
                <a16:creationId xmlns:a16="http://schemas.microsoft.com/office/drawing/2014/main" id="{5E51AA86-A12D-7C3C-B2DA-CA0D2E3CBD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2285" y="400594"/>
            <a:ext cx="5245800" cy="5443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Hasil Output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83" name="Google Shape;6783;p43">
            <a:extLst>
              <a:ext uri="{FF2B5EF4-FFF2-40B4-BE49-F238E27FC236}">
                <a16:creationId xmlns:a16="http://schemas.microsoft.com/office/drawing/2014/main" id="{40FD0FFA-4B21-B890-9F8D-4156630FE1D8}"/>
              </a:ext>
            </a:extLst>
          </p:cNvPr>
          <p:cNvSpPr/>
          <p:nvPr/>
        </p:nvSpPr>
        <p:spPr>
          <a:xfrm>
            <a:off x="1781725" y="1394805"/>
            <a:ext cx="162000" cy="1401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4" name="Google Shape;6784;p43">
            <a:extLst>
              <a:ext uri="{FF2B5EF4-FFF2-40B4-BE49-F238E27FC236}">
                <a16:creationId xmlns:a16="http://schemas.microsoft.com/office/drawing/2014/main" id="{FF77792F-4217-2309-B9D5-42F936189EC5}"/>
              </a:ext>
            </a:extLst>
          </p:cNvPr>
          <p:cNvSpPr/>
          <p:nvPr/>
        </p:nvSpPr>
        <p:spPr>
          <a:xfrm rot="-3601102">
            <a:off x="7157040" y="3694486"/>
            <a:ext cx="162090" cy="1400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00CA83-9545-B265-B505-7D5503996A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725" y="1394805"/>
            <a:ext cx="5557520" cy="248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264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9">
          <a:extLst>
            <a:ext uri="{FF2B5EF4-FFF2-40B4-BE49-F238E27FC236}">
              <a16:creationId xmlns:a16="http://schemas.microsoft.com/office/drawing/2014/main" id="{269A5869-FA42-3B2D-92D7-C0771D2CE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0" name="Google Shape;6780;p43">
            <a:extLst>
              <a:ext uri="{FF2B5EF4-FFF2-40B4-BE49-F238E27FC236}">
                <a16:creationId xmlns:a16="http://schemas.microsoft.com/office/drawing/2014/main" id="{77930E99-EBA4-0B02-B83F-199B402A6218}"/>
              </a:ext>
            </a:extLst>
          </p:cNvPr>
          <p:cNvSpPr/>
          <p:nvPr/>
        </p:nvSpPr>
        <p:spPr>
          <a:xfrm>
            <a:off x="1586100" y="1227880"/>
            <a:ext cx="5971800" cy="2815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1" name="Google Shape;6781;p43">
            <a:extLst>
              <a:ext uri="{FF2B5EF4-FFF2-40B4-BE49-F238E27FC236}">
                <a16:creationId xmlns:a16="http://schemas.microsoft.com/office/drawing/2014/main" id="{95F8CA90-3474-040E-27AC-7CE79CA75D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2285" y="400594"/>
            <a:ext cx="5245800" cy="5443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Hasil Output Mobile Simulator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83" name="Google Shape;6783;p43">
            <a:extLst>
              <a:ext uri="{FF2B5EF4-FFF2-40B4-BE49-F238E27FC236}">
                <a16:creationId xmlns:a16="http://schemas.microsoft.com/office/drawing/2014/main" id="{6D14FF9F-8E04-F1B2-0634-E1578EBD0014}"/>
              </a:ext>
            </a:extLst>
          </p:cNvPr>
          <p:cNvSpPr/>
          <p:nvPr/>
        </p:nvSpPr>
        <p:spPr>
          <a:xfrm>
            <a:off x="1781725" y="1394805"/>
            <a:ext cx="162000" cy="1401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4" name="Google Shape;6784;p43">
            <a:extLst>
              <a:ext uri="{FF2B5EF4-FFF2-40B4-BE49-F238E27FC236}">
                <a16:creationId xmlns:a16="http://schemas.microsoft.com/office/drawing/2014/main" id="{39B68687-94A6-54E7-11F3-A4DA039483AF}"/>
              </a:ext>
            </a:extLst>
          </p:cNvPr>
          <p:cNvSpPr/>
          <p:nvPr/>
        </p:nvSpPr>
        <p:spPr>
          <a:xfrm rot="-3601102">
            <a:off x="7157040" y="3694486"/>
            <a:ext cx="162090" cy="1400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9ED680-C830-5449-4CAA-70F83AE201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724" y="1394805"/>
            <a:ext cx="5557521" cy="247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75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9">
          <a:extLst>
            <a:ext uri="{FF2B5EF4-FFF2-40B4-BE49-F238E27FC236}">
              <a16:creationId xmlns:a16="http://schemas.microsoft.com/office/drawing/2014/main" id="{AE550F8D-C8A4-80F3-4155-5ABA6B1AC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0" name="Google Shape;6780;p43">
            <a:extLst>
              <a:ext uri="{FF2B5EF4-FFF2-40B4-BE49-F238E27FC236}">
                <a16:creationId xmlns:a16="http://schemas.microsoft.com/office/drawing/2014/main" id="{71CCB246-044A-7A26-0527-7D867CC1FE3C}"/>
              </a:ext>
            </a:extLst>
          </p:cNvPr>
          <p:cNvSpPr/>
          <p:nvPr/>
        </p:nvSpPr>
        <p:spPr>
          <a:xfrm>
            <a:off x="1586100" y="1227880"/>
            <a:ext cx="5971800" cy="2815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1" name="Google Shape;6781;p43">
            <a:extLst>
              <a:ext uri="{FF2B5EF4-FFF2-40B4-BE49-F238E27FC236}">
                <a16:creationId xmlns:a16="http://schemas.microsoft.com/office/drawing/2014/main" id="{B9479338-0868-C6FB-A505-D78E95557F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2285" y="400594"/>
            <a:ext cx="5245800" cy="5443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Pada Bagian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83" name="Google Shape;6783;p43">
            <a:extLst>
              <a:ext uri="{FF2B5EF4-FFF2-40B4-BE49-F238E27FC236}">
                <a16:creationId xmlns:a16="http://schemas.microsoft.com/office/drawing/2014/main" id="{0BF08D65-8C35-FB99-F292-A1A04F954C45}"/>
              </a:ext>
            </a:extLst>
          </p:cNvPr>
          <p:cNvSpPr/>
          <p:nvPr/>
        </p:nvSpPr>
        <p:spPr>
          <a:xfrm>
            <a:off x="1781725" y="1394805"/>
            <a:ext cx="162000" cy="1401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4" name="Google Shape;6784;p43">
            <a:extLst>
              <a:ext uri="{FF2B5EF4-FFF2-40B4-BE49-F238E27FC236}">
                <a16:creationId xmlns:a16="http://schemas.microsoft.com/office/drawing/2014/main" id="{1E198144-D867-3E83-86B2-8F769604A09B}"/>
              </a:ext>
            </a:extLst>
          </p:cNvPr>
          <p:cNvSpPr/>
          <p:nvPr/>
        </p:nvSpPr>
        <p:spPr>
          <a:xfrm rot="-3601102">
            <a:off x="7157040" y="3694486"/>
            <a:ext cx="162090" cy="1400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7D2984-A7BE-A42C-59CA-C9361966C4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725" y="1394804"/>
            <a:ext cx="5580550" cy="247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392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9">
          <a:extLst>
            <a:ext uri="{FF2B5EF4-FFF2-40B4-BE49-F238E27FC236}">
              <a16:creationId xmlns:a16="http://schemas.microsoft.com/office/drawing/2014/main" id="{68B1B159-BAC3-0DD2-CD06-851A8459B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0" name="Google Shape;6780;p43">
            <a:extLst>
              <a:ext uri="{FF2B5EF4-FFF2-40B4-BE49-F238E27FC236}">
                <a16:creationId xmlns:a16="http://schemas.microsoft.com/office/drawing/2014/main" id="{4E1190CE-2D50-A227-A01D-A103FBAC2C62}"/>
              </a:ext>
            </a:extLst>
          </p:cNvPr>
          <p:cNvSpPr/>
          <p:nvPr/>
        </p:nvSpPr>
        <p:spPr>
          <a:xfrm>
            <a:off x="1586100" y="1227880"/>
            <a:ext cx="5971800" cy="2815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1" name="Google Shape;6781;p43">
            <a:extLst>
              <a:ext uri="{FF2B5EF4-FFF2-40B4-BE49-F238E27FC236}">
                <a16:creationId xmlns:a16="http://schemas.microsoft.com/office/drawing/2014/main" id="{05EBF45B-BA83-E3A4-B29F-109C8F61DF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2285" y="400594"/>
            <a:ext cx="5245800" cy="5443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Hasil Output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83" name="Google Shape;6783;p43">
            <a:extLst>
              <a:ext uri="{FF2B5EF4-FFF2-40B4-BE49-F238E27FC236}">
                <a16:creationId xmlns:a16="http://schemas.microsoft.com/office/drawing/2014/main" id="{FC100A66-FD6E-35F0-849B-F58AE20AA822}"/>
              </a:ext>
            </a:extLst>
          </p:cNvPr>
          <p:cNvSpPr/>
          <p:nvPr/>
        </p:nvSpPr>
        <p:spPr>
          <a:xfrm>
            <a:off x="1781725" y="1394805"/>
            <a:ext cx="162000" cy="1401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4" name="Google Shape;6784;p43">
            <a:extLst>
              <a:ext uri="{FF2B5EF4-FFF2-40B4-BE49-F238E27FC236}">
                <a16:creationId xmlns:a16="http://schemas.microsoft.com/office/drawing/2014/main" id="{3ED5F46E-84C9-9CB8-6E4E-C53FE4DE3B8A}"/>
              </a:ext>
            </a:extLst>
          </p:cNvPr>
          <p:cNvSpPr/>
          <p:nvPr/>
        </p:nvSpPr>
        <p:spPr>
          <a:xfrm rot="-3601102">
            <a:off x="7157040" y="3694486"/>
            <a:ext cx="162090" cy="1400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CCB7B3-0CD3-D746-83D1-616EFBF6FC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905" y="1394805"/>
            <a:ext cx="5559340" cy="252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642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9">
          <a:extLst>
            <a:ext uri="{FF2B5EF4-FFF2-40B4-BE49-F238E27FC236}">
              <a16:creationId xmlns:a16="http://schemas.microsoft.com/office/drawing/2014/main" id="{58BD8DD5-ADA0-8463-5FF4-E58FE42D3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0" name="Google Shape;6780;p43">
            <a:extLst>
              <a:ext uri="{FF2B5EF4-FFF2-40B4-BE49-F238E27FC236}">
                <a16:creationId xmlns:a16="http://schemas.microsoft.com/office/drawing/2014/main" id="{53AE8759-3437-6FFF-5523-BAA65A944A12}"/>
              </a:ext>
            </a:extLst>
          </p:cNvPr>
          <p:cNvSpPr/>
          <p:nvPr/>
        </p:nvSpPr>
        <p:spPr>
          <a:xfrm>
            <a:off x="1586100" y="1227880"/>
            <a:ext cx="5971800" cy="2815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1" name="Google Shape;6781;p43">
            <a:extLst>
              <a:ext uri="{FF2B5EF4-FFF2-40B4-BE49-F238E27FC236}">
                <a16:creationId xmlns:a16="http://schemas.microsoft.com/office/drawing/2014/main" id="{C92931BF-A824-8BBB-F29B-528CDEB8BA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2285" y="400594"/>
            <a:ext cx="5245800" cy="5443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Hasil Output Mobile Simulator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83" name="Google Shape;6783;p43">
            <a:extLst>
              <a:ext uri="{FF2B5EF4-FFF2-40B4-BE49-F238E27FC236}">
                <a16:creationId xmlns:a16="http://schemas.microsoft.com/office/drawing/2014/main" id="{24959B26-440D-F07C-97E1-C57418572F4F}"/>
              </a:ext>
            </a:extLst>
          </p:cNvPr>
          <p:cNvSpPr/>
          <p:nvPr/>
        </p:nvSpPr>
        <p:spPr>
          <a:xfrm>
            <a:off x="1781725" y="1394805"/>
            <a:ext cx="162000" cy="1401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4" name="Google Shape;6784;p43">
            <a:extLst>
              <a:ext uri="{FF2B5EF4-FFF2-40B4-BE49-F238E27FC236}">
                <a16:creationId xmlns:a16="http://schemas.microsoft.com/office/drawing/2014/main" id="{AFECC573-66B8-1A36-C115-85AC70C38CAB}"/>
              </a:ext>
            </a:extLst>
          </p:cNvPr>
          <p:cNvSpPr/>
          <p:nvPr/>
        </p:nvSpPr>
        <p:spPr>
          <a:xfrm rot="-3601102">
            <a:off x="7157040" y="3694486"/>
            <a:ext cx="162090" cy="1400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FBE232-366B-0519-2A39-7981E2DC11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209" y="1394804"/>
            <a:ext cx="5595065" cy="247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772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9">
          <a:extLst>
            <a:ext uri="{FF2B5EF4-FFF2-40B4-BE49-F238E27FC236}">
              <a16:creationId xmlns:a16="http://schemas.microsoft.com/office/drawing/2014/main" id="{B511AA1D-80AD-7C35-C093-5AAFF652E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0" name="Google Shape;6780;p43">
            <a:extLst>
              <a:ext uri="{FF2B5EF4-FFF2-40B4-BE49-F238E27FC236}">
                <a16:creationId xmlns:a16="http://schemas.microsoft.com/office/drawing/2014/main" id="{A6FF5F0F-798D-B3BC-A63D-05ABF4FCB011}"/>
              </a:ext>
            </a:extLst>
          </p:cNvPr>
          <p:cNvSpPr/>
          <p:nvPr/>
        </p:nvSpPr>
        <p:spPr>
          <a:xfrm>
            <a:off x="1586100" y="1227880"/>
            <a:ext cx="5971800" cy="2815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1" name="Google Shape;6781;p43">
            <a:extLst>
              <a:ext uri="{FF2B5EF4-FFF2-40B4-BE49-F238E27FC236}">
                <a16:creationId xmlns:a16="http://schemas.microsoft.com/office/drawing/2014/main" id="{588F9E1E-7099-B669-6C2B-990ACDF79C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2285" y="400594"/>
            <a:ext cx="5245800" cy="5443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/>
              <a:t>Penutupan</a:t>
            </a:r>
            <a:endParaRPr sz="2400" dirty="0"/>
          </a:p>
        </p:txBody>
      </p:sp>
      <p:sp>
        <p:nvSpPr>
          <p:cNvPr id="6783" name="Google Shape;6783;p43">
            <a:extLst>
              <a:ext uri="{FF2B5EF4-FFF2-40B4-BE49-F238E27FC236}">
                <a16:creationId xmlns:a16="http://schemas.microsoft.com/office/drawing/2014/main" id="{AE5CFE5E-B8C6-A01D-CC95-043F9BA5D8BC}"/>
              </a:ext>
            </a:extLst>
          </p:cNvPr>
          <p:cNvSpPr/>
          <p:nvPr/>
        </p:nvSpPr>
        <p:spPr>
          <a:xfrm>
            <a:off x="1781725" y="1394805"/>
            <a:ext cx="162000" cy="1401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4" name="Google Shape;6784;p43">
            <a:extLst>
              <a:ext uri="{FF2B5EF4-FFF2-40B4-BE49-F238E27FC236}">
                <a16:creationId xmlns:a16="http://schemas.microsoft.com/office/drawing/2014/main" id="{1480027A-FBC3-EF1D-89F6-3A2D8F7D6047}"/>
              </a:ext>
            </a:extLst>
          </p:cNvPr>
          <p:cNvSpPr/>
          <p:nvPr/>
        </p:nvSpPr>
        <p:spPr>
          <a:xfrm rot="-3601102">
            <a:off x="7157040" y="3694486"/>
            <a:ext cx="162090" cy="1400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07C91C-E658-DA82-8967-001394B6FC7D}"/>
              </a:ext>
            </a:extLst>
          </p:cNvPr>
          <p:cNvSpPr txBox="1"/>
          <p:nvPr/>
        </p:nvSpPr>
        <p:spPr>
          <a:xfrm>
            <a:off x="1781725" y="1464855"/>
            <a:ext cx="5557520" cy="2589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Kesimpulan:</a:t>
            </a:r>
            <a:endParaRPr lang="en-US" sz="1600" b="1" dirty="0">
              <a:solidFill>
                <a:schemeClr val="accent3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Website yang </a:t>
            </a:r>
            <a:r>
              <a:rPr lang="en-US" sz="1600" dirty="0" err="1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kita</a:t>
            </a:r>
            <a:r>
              <a:rPr lang="en-US" sz="1600" dirty="0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buat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bisa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membantu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para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pengguna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melakukan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top up Dimana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saja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kapan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saja,namun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fitur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tersedia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masih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sedikit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belum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sepenuhnya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berfungsi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lalu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pilihan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game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nya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juga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masih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sedikit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walaupun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begitu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website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kita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sudah</a:t>
            </a: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</a:t>
            </a:r>
            <a:endParaRPr lang="en-ID" dirty="0">
              <a:solidFill>
                <a:schemeClr val="accent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endParaRPr lang="en-ID" sz="2400" dirty="0">
              <a:solidFill>
                <a:schemeClr val="accent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95670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 Video Games Newsletter Cream Variant by Slidesgo">
  <a:themeElements>
    <a:clrScheme name="Simple Light">
      <a:dk1>
        <a:srgbClr val="FFFFFF"/>
      </a:dk1>
      <a:lt1>
        <a:srgbClr val="000000"/>
      </a:lt1>
      <a:dk2>
        <a:srgbClr val="595959"/>
      </a:dk2>
      <a:lt2>
        <a:srgbClr val="EEEEEE"/>
      </a:lt2>
      <a:accent1>
        <a:srgbClr val="0A24B2"/>
      </a:accent1>
      <a:accent2>
        <a:srgbClr val="1B76C9"/>
      </a:accent2>
      <a:accent3>
        <a:srgbClr val="221A8A"/>
      </a:accent3>
      <a:accent4>
        <a:srgbClr val="1030DF"/>
      </a:accent4>
      <a:accent5>
        <a:srgbClr val="0047BF"/>
      </a:accent5>
      <a:accent6>
        <a:srgbClr val="FAE0B8"/>
      </a:accent6>
      <a:hlink>
        <a:srgbClr val="0A24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479</Words>
  <Application>Microsoft Office PowerPoint</Application>
  <PresentationFormat>On-screen Show (16:9)</PresentationFormat>
  <Paragraphs>40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Times New Roman</vt:lpstr>
      <vt:lpstr>Lato</vt:lpstr>
      <vt:lpstr>Arial</vt:lpstr>
      <vt:lpstr>Orbitron ExtraBold</vt:lpstr>
      <vt:lpstr>Calibri</vt:lpstr>
      <vt:lpstr>Lato Black</vt:lpstr>
      <vt:lpstr>Advent Pro Medium</vt:lpstr>
      <vt:lpstr>Retro Video Games Newsletter Cream Variant by Slidesgo</vt:lpstr>
      <vt:lpstr>Kelompok II Pemrograman Dasar Top Up Game</vt:lpstr>
      <vt:lpstr>Pendahuluan dan Latar Belakang</vt:lpstr>
      <vt:lpstr>Manfaat web </vt:lpstr>
      <vt:lpstr>Tujuan Web</vt:lpstr>
      <vt:lpstr>Fitur yang tersedia</vt:lpstr>
      <vt:lpstr>Code Pada Halaman Home</vt:lpstr>
      <vt:lpstr>Hasil Output</vt:lpstr>
      <vt:lpstr>Hasil Output Mobile Simulator</vt:lpstr>
      <vt:lpstr>Code Pada Halaman Sign Up</vt:lpstr>
      <vt:lpstr>Hasil Output</vt:lpstr>
      <vt:lpstr>Hasil Output Mobile Simulator</vt:lpstr>
      <vt:lpstr>Code Pada Bagian Transaksi</vt:lpstr>
      <vt:lpstr>Hasil Output</vt:lpstr>
      <vt:lpstr>Hasil Output Mobile Simulator</vt:lpstr>
      <vt:lpstr>Penutupan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padz punk</cp:lastModifiedBy>
  <cp:revision>4</cp:revision>
  <dcterms:modified xsi:type="dcterms:W3CDTF">2025-05-28T01:46:28Z</dcterms:modified>
</cp:coreProperties>
</file>