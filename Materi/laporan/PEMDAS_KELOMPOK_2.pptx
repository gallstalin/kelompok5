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38B6B-DCBC-06B5-F9C8-542C7E3D5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FD1E63-D324-60FE-BA3D-0F0488127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142F7-A687-AC08-DA91-7829DBEB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BAB31-41E3-6123-5A54-44F8C8226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DA6C7-577E-89E6-C550-80065164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6343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D45CA-D664-664D-9FB9-CC1B74B1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A1177-836D-FBE0-1C32-E0D8ADFA2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94187-0F76-EFEB-2957-13787429F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793E5-A861-D1B8-3B1A-8CC61236A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74067-C208-D66E-65A7-813A849CD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1659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03A7B-C634-8274-A758-34F36798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C75E9-483B-FA45-8F87-E1168FD00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58905-C233-B237-70A8-D2948BBB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C29D6-129A-F5A9-AB5C-2DC52C85E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9F8BB-5E70-4B1C-1230-F7A651A5C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0683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2BD02-A831-2BD8-113C-5A69E4D6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9381E-8B17-8CD2-E20E-09EFA21E84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8766C-C385-954D-CD23-20A520871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E380E-B6CD-D7F9-BDD6-C9C838176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80FCA-C2AA-5FC7-59B1-4930752D7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C2F64-6616-9197-6EB0-7AE0E015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81814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2BC28-5E2C-D15C-BFFE-D991D4293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B2EF0-AF48-2AB4-407B-5E12AE29D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89CB0-142E-25B1-FA44-CAD62348E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31B914-6384-847B-073E-8688851F2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F61B11-CF8B-48D8-7C94-8C2A2C1DFE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C61394-5547-E73F-AEE0-5831B658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24521B-B72C-AE81-C821-01C2682C0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912D8-D890-5BAD-D2C1-44A03E9F8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3333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B9C9-C6B2-1C2A-AF35-54095C13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91FC3-C34C-DF8B-35C8-D941178E4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F8DB3-7595-2B31-3A8C-0BB71528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C91889-F222-ACC3-78B1-6E159BAEF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386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5C122C-6BC5-A02A-D76F-3E369BC45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E2DCE7-0AA4-CF11-165B-6C06C5A28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A9D03-1D2F-EF41-36BD-A6A6DA0D5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67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95E7C-04DC-1549-A2C7-3E0A737CF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48548-91E5-908D-FA91-1259F0C9C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A7015-F5BB-F07D-FF5A-6579CEDD6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EDA4F-2DF6-5593-6A8B-91DCEF86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74C57-6DB5-DFD2-A1AA-610E32BD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4081E-C722-3DF4-ED67-2527A18C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97501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C3204-5BF5-C111-EA16-5CD9E0C79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23B21A-7781-22DC-C586-1B4D013B40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29BBC-0B41-A1A7-9366-C238A44BD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1D8C4-86A0-A4B2-C21C-42A0E402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FE6AC-BB15-FBC2-AF0B-4AC2CD375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26129-9EE5-041F-9C79-C130CAC7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2215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C60ED-D0BA-85C1-58CF-E4FDF4432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48980-8CB3-9E74-7FE3-C738F20E8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D935F-96AC-7D2E-132B-9ADAD3D9C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1BAFC-E15B-71FF-445A-360803E2E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3171A-AD18-C971-590F-498377B6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609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547399-D2EE-961C-935E-56CA886202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29C79-98B2-63A8-2343-78D592E1B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48B55-B51C-B885-797C-EA936A41A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8B8A7-644B-80B5-7ED3-C840D4B3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87CD3-9D6A-2898-6D01-4F386BCBF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7134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6CBF09-9EE7-AE99-32EB-8A19B7712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07CC9-2D46-1A94-8185-56F964D36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EBD8A-E7CF-9BE2-C79A-2457C07C5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D4947-1E2F-4C0E-C8E6-B2C05DEAD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49E46-7606-82AD-6549-34B42C83B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575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4D5A-7282-33CC-8BFD-89DFEB18D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2182" y="294474"/>
            <a:ext cx="8071413" cy="1498572"/>
          </a:xfrm>
        </p:spPr>
        <p:txBody>
          <a:bodyPr>
            <a:normAutofit/>
          </a:bodyPr>
          <a:lstStyle/>
          <a:p>
            <a:r>
              <a:rPr lang="en-US" sz="3300" dirty="0" err="1"/>
              <a:t>Kelompok</a:t>
            </a:r>
            <a:r>
              <a:rPr lang="en-US" sz="3300" dirty="0"/>
              <a:t> </a:t>
            </a:r>
            <a:r>
              <a:rPr lang="en-US" sz="3300" dirty="0" err="1"/>
              <a:t>ll</a:t>
            </a:r>
            <a:br>
              <a:rPr lang="en-US" sz="3300" dirty="0"/>
            </a:br>
            <a:r>
              <a:rPr lang="en-US" sz="3300" dirty="0" err="1"/>
              <a:t>Pemrograman</a:t>
            </a:r>
            <a:r>
              <a:rPr lang="en-US" sz="3300" dirty="0"/>
              <a:t> Dasar</a:t>
            </a:r>
            <a:br>
              <a:rPr lang="en-US" sz="3300" dirty="0"/>
            </a:br>
            <a:r>
              <a:rPr lang="en-US" sz="3300" dirty="0"/>
              <a:t>( </a:t>
            </a:r>
            <a:r>
              <a:rPr lang="en-US" sz="3300" dirty="0" err="1"/>
              <a:t>judul</a:t>
            </a:r>
            <a:r>
              <a:rPr lang="en-US" sz="3300" dirty="0"/>
              <a:t> web)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01BC8-8201-C76F-AE47-163EE00F0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5104" y="5117390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1.Ahmad </a:t>
            </a:r>
            <a:r>
              <a:rPr lang="en-US" dirty="0" err="1"/>
              <a:t>Revandi</a:t>
            </a:r>
            <a:endParaRPr lang="en-US" dirty="0"/>
          </a:p>
          <a:p>
            <a:r>
              <a:rPr lang="en-US" dirty="0"/>
              <a:t>2.Deril Saputra</a:t>
            </a:r>
          </a:p>
          <a:p>
            <a:r>
              <a:rPr lang="en-US" dirty="0"/>
              <a:t>3.Fadli Khairullah</a:t>
            </a:r>
          </a:p>
          <a:p>
            <a:r>
              <a:rPr lang="en-US" dirty="0"/>
              <a:t>4.Galuh Wijaya</a:t>
            </a:r>
          </a:p>
          <a:p>
            <a:r>
              <a:rPr lang="en-US" dirty="0"/>
              <a:t>5.Revan </a:t>
            </a:r>
            <a:r>
              <a:rPr lang="en-US" dirty="0" err="1"/>
              <a:t>Reviansyah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0D1426-6692-3EC2-42C5-816DC6B9F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326" y="2063065"/>
            <a:ext cx="2975348" cy="307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88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59C06-A9F9-12C3-D56A-183213947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</a:t>
            </a:r>
            <a:r>
              <a:rPr lang="en-US"/>
              <a:t>of content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2DC5D-8A09-3617-ED55-ED952581A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Pendahuluan</a:t>
            </a:r>
            <a:endParaRPr lang="en-US" dirty="0"/>
          </a:p>
          <a:p>
            <a:r>
              <a:rPr lang="en-US" dirty="0"/>
              <a:t>Latar </a:t>
            </a:r>
            <a:r>
              <a:rPr lang="en-US" dirty="0" err="1"/>
              <a:t>belakang</a:t>
            </a:r>
            <a:endParaRPr lang="en-US" dirty="0"/>
          </a:p>
          <a:p>
            <a:r>
              <a:rPr lang="en-US" dirty="0"/>
              <a:t>Manfaat(web </a:t>
            </a:r>
            <a:r>
              <a:rPr lang="en-US" dirty="0" err="1"/>
              <a:t>desain</a:t>
            </a:r>
            <a:r>
              <a:rPr lang="en-US" dirty="0"/>
              <a:t>)</a:t>
            </a:r>
          </a:p>
          <a:p>
            <a:r>
              <a:rPr lang="en-US" dirty="0"/>
              <a:t>Tujuan(web </a:t>
            </a:r>
            <a:r>
              <a:rPr lang="en-US" dirty="0" err="1"/>
              <a:t>desain</a:t>
            </a:r>
            <a:r>
              <a:rPr lang="en-US" dirty="0"/>
              <a:t>)</a:t>
            </a:r>
          </a:p>
          <a:p>
            <a:r>
              <a:rPr lang="en-US" dirty="0" err="1"/>
              <a:t>Pembahasan</a:t>
            </a:r>
            <a:r>
              <a:rPr lang="en-US" dirty="0"/>
              <a:t>(</a:t>
            </a:r>
            <a:r>
              <a:rPr lang="en-US" dirty="0" err="1"/>
              <a:t>meliputi</a:t>
            </a:r>
            <a:r>
              <a:rPr lang="en-US" dirty="0"/>
              <a:t> web </a:t>
            </a:r>
            <a:r>
              <a:rPr lang="en-US" dirty="0" err="1"/>
              <a:t>desain,element,style,fitur</a:t>
            </a:r>
            <a:r>
              <a:rPr lang="en-US" dirty="0"/>
              <a:t>)</a:t>
            </a:r>
          </a:p>
          <a:p>
            <a:endParaRPr lang="en-US"/>
          </a:p>
          <a:p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65263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36D25-EAD1-EA7C-A5F6-FF710554F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35C19-C1F8-EE80-C349-406BA42CD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3886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58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Kelompok ll Pemrograman Dasar ( judul web)</vt:lpstr>
      <vt:lpstr>Table of content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padz punk</dc:creator>
  <cp:lastModifiedBy>padz punk</cp:lastModifiedBy>
  <cp:revision>4</cp:revision>
  <dcterms:created xsi:type="dcterms:W3CDTF">2025-04-23T01:58:35Z</dcterms:created>
  <dcterms:modified xsi:type="dcterms:W3CDTF">2025-04-23T02:17:20Z</dcterms:modified>
</cp:coreProperties>
</file>